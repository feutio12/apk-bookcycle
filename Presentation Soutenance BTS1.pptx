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924" r:id="rId3"/>
    <p:sldId id="258" r:id="rId4"/>
    <p:sldId id="262" r:id="rId5"/>
    <p:sldId id="267" r:id="rId6"/>
    <p:sldId id="263" r:id="rId7"/>
    <p:sldId id="264" r:id="rId8"/>
    <p:sldId id="265" r:id="rId9"/>
    <p:sldId id="269" r:id="rId10"/>
    <p:sldId id="270" r:id="rId11"/>
    <p:sldId id="278" r:id="rId12"/>
    <p:sldId id="271" r:id="rId13"/>
    <p:sldId id="273" r:id="rId14"/>
    <p:sldId id="274" r:id="rId15"/>
    <p:sldId id="275" r:id="rId16"/>
    <p:sldId id="277" r:id="rId17"/>
    <p:sldId id="279" r:id="rId18"/>
    <p:sldId id="261" r:id="rId19"/>
    <p:sldId id="25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0" autoAdjust="0"/>
    <p:restoredTop sz="94660"/>
  </p:normalViewPr>
  <p:slideViewPr>
    <p:cSldViewPr snapToGrid="0" showGuides="1">
      <p:cViewPr>
        <p:scale>
          <a:sx n="78" d="100"/>
          <a:sy n="78" d="100"/>
        </p:scale>
        <p:origin x="104" y="4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35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20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658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935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1689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029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76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12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8088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31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5662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0984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05842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5410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9989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2223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7C80-008B-4170-BA7B-AF29C7313148}" type="datetimeFigureOut">
              <a:rPr lang="fr-FR" smtClean="0"/>
              <a:t>24/09/2025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FCC546D-4957-4480-88C8-ED7A1C37281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958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4.jpe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6.png"/><Relationship Id="rId9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:a16="http://schemas.microsoft.com/office/drawing/2014/main" id="{94C5F392-0D7C-501B-AE03-746E64AC7853}"/>
              </a:ext>
            </a:extLst>
          </p:cNvPr>
          <p:cNvSpPr txBox="1"/>
          <p:nvPr/>
        </p:nvSpPr>
        <p:spPr>
          <a:xfrm>
            <a:off x="7189849" y="4493561"/>
            <a:ext cx="39137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FR" sz="3200" dirty="0">
                <a:solidFill>
                  <a:srgbClr val="FF5969"/>
                </a:solidFill>
                <a:effectLst>
                  <a:reflection blurRad="6350" stA="53000" endA="300" endPos="35500" dir="5400000" sy="-90000" algn="bl"/>
                </a:effectLst>
                <a:latin typeface="Algerian" panose="04020705040A02060702" pitchFamily="82" charset="0"/>
              </a:rPr>
              <a:t>Génie Logiciel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5969"/>
              </a:solidFill>
              <a:effectLst>
                <a:reflection blurRad="6350" stA="53000" endA="300" endPos="35500" dir="5400000" sy="-90000" algn="bl"/>
              </a:effectLst>
              <a:uLnTx/>
              <a:uFillTx/>
              <a:latin typeface="Algerian" panose="04020705040A02060702" pitchFamily="82" charset="0"/>
              <a:cs typeface="Poppins"/>
              <a:sym typeface="Poppins"/>
              <a:rtl val="0"/>
            </a:endParaRPr>
          </a:p>
        </p:txBody>
      </p:sp>
      <p:grpSp>
        <p:nvGrpSpPr>
          <p:cNvPr id="43" name="Group 48">
            <a:extLst>
              <a:ext uri="{FF2B5EF4-FFF2-40B4-BE49-F238E27FC236}">
                <a16:creationId xmlns:a16="http://schemas.microsoft.com/office/drawing/2014/main" id="{C245870F-4C0E-26E2-EF1C-A8C5C05C833B}"/>
              </a:ext>
            </a:extLst>
          </p:cNvPr>
          <p:cNvGrpSpPr/>
          <p:nvPr/>
        </p:nvGrpSpPr>
        <p:grpSpPr>
          <a:xfrm>
            <a:off x="2695771" y="4314391"/>
            <a:ext cx="662608" cy="523220"/>
            <a:chOff x="662610" y="2123782"/>
            <a:chExt cx="662608" cy="523220"/>
          </a:xfrm>
        </p:grpSpPr>
        <p:sp>
          <p:nvSpPr>
            <p:cNvPr id="44" name="Oval 49">
              <a:extLst>
                <a:ext uri="{FF2B5EF4-FFF2-40B4-BE49-F238E27FC236}">
                  <a16:creationId xmlns:a16="http://schemas.microsoft.com/office/drawing/2014/main" id="{AA1B9D14-AD41-A3F0-47F0-CA8EDBEED57D}"/>
                </a:ext>
              </a:extLst>
            </p:cNvPr>
            <p:cNvSpPr/>
            <p:nvPr/>
          </p:nvSpPr>
          <p:spPr>
            <a:xfrm>
              <a:off x="732304" y="2123782"/>
              <a:ext cx="523220" cy="523220"/>
            </a:xfrm>
            <a:prstGeom prst="ellipse">
              <a:avLst/>
            </a:prstGeom>
            <a:solidFill>
              <a:srgbClr val="03A1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50">
              <a:extLst>
                <a:ext uri="{FF2B5EF4-FFF2-40B4-BE49-F238E27FC236}">
                  <a16:creationId xmlns:a16="http://schemas.microsoft.com/office/drawing/2014/main" id="{E91845C5-728D-FB8F-ADBB-829F237AE333}"/>
                </a:ext>
              </a:extLst>
            </p:cNvPr>
            <p:cNvSpPr txBox="1"/>
            <p:nvPr/>
          </p:nvSpPr>
          <p:spPr>
            <a:xfrm>
              <a:off x="662610" y="2154559"/>
              <a:ext cx="662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E6E7E9"/>
                  </a:solidFill>
                  <a:latin typeface="Tw Cen MT" panose="020B0602020104020603" pitchFamily="34" charset="0"/>
                </a:rPr>
                <a:t>By</a:t>
              </a:r>
            </a:p>
          </p:txBody>
        </p:sp>
      </p:grpSp>
      <p:grpSp>
        <p:nvGrpSpPr>
          <p:cNvPr id="46" name="Group 58">
            <a:extLst>
              <a:ext uri="{FF2B5EF4-FFF2-40B4-BE49-F238E27FC236}">
                <a16:creationId xmlns:a16="http://schemas.microsoft.com/office/drawing/2014/main" id="{EA1FE43A-4EAA-A9B9-B6A3-7830E71DC775}"/>
              </a:ext>
            </a:extLst>
          </p:cNvPr>
          <p:cNvGrpSpPr/>
          <p:nvPr/>
        </p:nvGrpSpPr>
        <p:grpSpPr>
          <a:xfrm>
            <a:off x="2440741" y="5207001"/>
            <a:ext cx="3048141" cy="1108114"/>
            <a:chOff x="3143051" y="4416136"/>
            <a:chExt cx="3048141" cy="1209271"/>
          </a:xfrm>
        </p:grpSpPr>
        <p:sp>
          <p:nvSpPr>
            <p:cNvPr id="47" name="TextBox 59">
              <a:extLst>
                <a:ext uri="{FF2B5EF4-FFF2-40B4-BE49-F238E27FC236}">
                  <a16:creationId xmlns:a16="http://schemas.microsoft.com/office/drawing/2014/main" id="{19C40805-471B-CB56-0891-54B84544FE96}"/>
                </a:ext>
              </a:extLst>
            </p:cNvPr>
            <p:cNvSpPr txBox="1"/>
            <p:nvPr/>
          </p:nvSpPr>
          <p:spPr>
            <a:xfrm>
              <a:off x="3344736" y="4416136"/>
              <a:ext cx="2846456" cy="906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03A1A4"/>
                  </a:solidFill>
                  <a:latin typeface="Tw Cen MT" panose="020B0602020104020603" pitchFamily="34" charset="0"/>
                </a:rPr>
                <a:t>FEUTIO FOMEKONG</a:t>
              </a:r>
            </a:p>
            <a:p>
              <a:pPr algn="ctr"/>
              <a:r>
                <a:rPr lang="en-US" sz="2400" dirty="0">
                  <a:solidFill>
                    <a:srgbClr val="FF5969"/>
                  </a:solidFill>
                  <a:latin typeface="Tw Cen MT" panose="020B0602020104020603" pitchFamily="34" charset="0"/>
                </a:rPr>
                <a:t>Fred </a:t>
              </a:r>
              <a:r>
                <a:rPr lang="en-US" sz="2400" dirty="0" err="1">
                  <a:solidFill>
                    <a:srgbClr val="FF5969"/>
                  </a:solidFill>
                  <a:latin typeface="Tw Cen MT" panose="020B0602020104020603" pitchFamily="34" charset="0"/>
                </a:rPr>
                <a:t>Briston</a:t>
              </a:r>
              <a:endParaRPr lang="en-US" sz="2400" dirty="0">
                <a:solidFill>
                  <a:srgbClr val="FF5969"/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49" name="TextBox 61">
              <a:extLst>
                <a:ext uri="{FF2B5EF4-FFF2-40B4-BE49-F238E27FC236}">
                  <a16:creationId xmlns:a16="http://schemas.microsoft.com/office/drawing/2014/main" id="{181E8EA9-128F-3D5F-6833-84EF6F950013}"/>
                </a:ext>
              </a:extLst>
            </p:cNvPr>
            <p:cNvSpPr txBox="1"/>
            <p:nvPr/>
          </p:nvSpPr>
          <p:spPr>
            <a:xfrm>
              <a:off x="3143051" y="5222359"/>
              <a:ext cx="3048141" cy="403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Etudiant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a 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l’iai</a:t>
              </a:r>
              <a:r>
                <a:rPr lang="en-US" dirty="0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  <a:latin typeface="Tw Cen MT" panose="020B0602020104020603" pitchFamily="34" charset="0"/>
                </a:rPr>
                <a:t>cameroun</a:t>
              </a:r>
              <a:endParaRPr lang="en-US" dirty="0">
                <a:solidFill>
                  <a:schemeClr val="bg1">
                    <a:lumMod val="6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59" name="Group 70">
            <a:extLst>
              <a:ext uri="{FF2B5EF4-FFF2-40B4-BE49-F238E27FC236}">
                <a16:creationId xmlns:a16="http://schemas.microsoft.com/office/drawing/2014/main" id="{0F4EA99E-E976-F46F-019D-56E629F54C25}"/>
              </a:ext>
            </a:extLst>
          </p:cNvPr>
          <p:cNvGrpSpPr/>
          <p:nvPr/>
        </p:nvGrpSpPr>
        <p:grpSpPr>
          <a:xfrm>
            <a:off x="980523" y="126301"/>
            <a:ext cx="5818155" cy="2808142"/>
            <a:chOff x="1204059" y="141779"/>
            <a:chExt cx="5818155" cy="2808142"/>
          </a:xfrm>
        </p:grpSpPr>
        <p:sp>
          <p:nvSpPr>
            <p:cNvPr id="60" name="TextBox 72">
              <a:extLst>
                <a:ext uri="{FF2B5EF4-FFF2-40B4-BE49-F238E27FC236}">
                  <a16:creationId xmlns:a16="http://schemas.microsoft.com/office/drawing/2014/main" id="{827A756F-1729-6501-4FFA-8ABA143CEA29}"/>
                </a:ext>
              </a:extLst>
            </p:cNvPr>
            <p:cNvSpPr txBox="1"/>
            <p:nvPr/>
          </p:nvSpPr>
          <p:spPr>
            <a:xfrm>
              <a:off x="1204059" y="141779"/>
              <a:ext cx="581815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Bienvenue a la  </a:t>
              </a:r>
              <a:r>
                <a:rPr lang="en-US" sz="4000" b="1" dirty="0">
                  <a:solidFill>
                    <a:srgbClr val="FF5969"/>
                  </a:solidFill>
                  <a:latin typeface="Tw Cen MT" panose="020B0602020104020603" pitchFamily="34" charset="0"/>
                </a:rPr>
                <a:t>presentation de </a:t>
              </a:r>
              <a:r>
                <a:rPr lang="en-US" sz="4000" b="1" dirty="0" err="1">
                  <a:solidFill>
                    <a:srgbClr val="FF5969"/>
                  </a:solidFill>
                  <a:latin typeface="Tw Cen MT" panose="020B0602020104020603" pitchFamily="34" charset="0"/>
                </a:rPr>
                <a:t>mon</a:t>
              </a:r>
              <a:r>
                <a:rPr lang="en-US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rapport de fin de stage</a:t>
              </a:r>
            </a:p>
          </p:txBody>
        </p:sp>
        <p:sp>
          <p:nvSpPr>
            <p:cNvPr id="61" name="TextBox 73">
              <a:extLst>
                <a:ext uri="{FF2B5EF4-FFF2-40B4-BE49-F238E27FC236}">
                  <a16:creationId xmlns:a16="http://schemas.microsoft.com/office/drawing/2014/main" id="{F549A528-59E1-8668-4B80-5F4464EAA633}"/>
                </a:ext>
              </a:extLst>
            </p:cNvPr>
            <p:cNvSpPr txBox="1"/>
            <p:nvPr/>
          </p:nvSpPr>
          <p:spPr>
            <a:xfrm>
              <a:off x="1204059" y="2242035"/>
              <a:ext cx="440896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Merci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d’etre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present et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J’aimerai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avoir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quelques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minutes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d’attention</a:t>
              </a:r>
              <a:endPara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62" name="Oval 74">
            <a:extLst>
              <a:ext uri="{FF2B5EF4-FFF2-40B4-BE49-F238E27FC236}">
                <a16:creationId xmlns:a16="http://schemas.microsoft.com/office/drawing/2014/main" id="{D2262732-5B45-69B7-79CA-D1B49B47AA6A}"/>
              </a:ext>
            </a:extLst>
          </p:cNvPr>
          <p:cNvSpPr/>
          <p:nvPr/>
        </p:nvSpPr>
        <p:spPr>
          <a:xfrm>
            <a:off x="8748077" y="153980"/>
            <a:ext cx="3117876" cy="31178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1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75">
            <a:extLst>
              <a:ext uri="{FF2B5EF4-FFF2-40B4-BE49-F238E27FC236}">
                <a16:creationId xmlns:a16="http://schemas.microsoft.com/office/drawing/2014/main" id="{797AB37A-E9E2-1034-8688-CA0B6DB929A3}"/>
              </a:ext>
            </a:extLst>
          </p:cNvPr>
          <p:cNvSpPr/>
          <p:nvPr/>
        </p:nvSpPr>
        <p:spPr>
          <a:xfrm>
            <a:off x="9087038" y="492941"/>
            <a:ext cx="2439954" cy="243995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76">
            <a:extLst>
              <a:ext uri="{FF2B5EF4-FFF2-40B4-BE49-F238E27FC236}">
                <a16:creationId xmlns:a16="http://schemas.microsoft.com/office/drawing/2014/main" id="{35601F0A-F2E5-638E-730F-1F2DFE9B6112}"/>
              </a:ext>
            </a:extLst>
          </p:cNvPr>
          <p:cNvSpPr/>
          <p:nvPr/>
        </p:nvSpPr>
        <p:spPr>
          <a:xfrm>
            <a:off x="9303203" y="709106"/>
            <a:ext cx="2007624" cy="2007624"/>
          </a:xfrm>
          <a:prstGeom prst="ellipse">
            <a:avLst/>
          </a:prstGeom>
          <a:solidFill>
            <a:srgbClr val="F0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77">
            <a:extLst>
              <a:ext uri="{FF2B5EF4-FFF2-40B4-BE49-F238E27FC236}">
                <a16:creationId xmlns:a16="http://schemas.microsoft.com/office/drawing/2014/main" id="{F781AE3C-2FAB-2B7A-1256-E392702D2B9E}"/>
              </a:ext>
            </a:extLst>
          </p:cNvPr>
          <p:cNvGrpSpPr/>
          <p:nvPr/>
        </p:nvGrpSpPr>
        <p:grpSpPr>
          <a:xfrm>
            <a:off x="9653530" y="1059432"/>
            <a:ext cx="1306970" cy="1306970"/>
            <a:chOff x="4995674" y="4044712"/>
            <a:chExt cx="848364" cy="848364"/>
          </a:xfrm>
          <a:solidFill>
            <a:srgbClr val="FF5969"/>
          </a:solidFill>
        </p:grpSpPr>
        <p:grpSp>
          <p:nvGrpSpPr>
            <p:cNvPr id="66" name="Group 78">
              <a:extLst>
                <a:ext uri="{FF2B5EF4-FFF2-40B4-BE49-F238E27FC236}">
                  <a16:creationId xmlns:a16="http://schemas.microsoft.com/office/drawing/2014/main" id="{18064F50-77E2-6FB9-F696-EF338BCE8764}"/>
                </a:ext>
              </a:extLst>
            </p:cNvPr>
            <p:cNvGrpSpPr/>
            <p:nvPr/>
          </p:nvGrpSpPr>
          <p:grpSpPr>
            <a:xfrm>
              <a:off x="5011823" y="4060861"/>
              <a:ext cx="816066" cy="816066"/>
              <a:chOff x="3205163" y="1762126"/>
              <a:chExt cx="601662" cy="601662"/>
            </a:xfrm>
            <a:grpFill/>
          </p:grpSpPr>
          <p:sp>
            <p:nvSpPr>
              <p:cNvPr id="71" name="Freeform 176">
                <a:extLst>
                  <a:ext uri="{FF2B5EF4-FFF2-40B4-BE49-F238E27FC236}">
                    <a16:creationId xmlns:a16="http://schemas.microsoft.com/office/drawing/2014/main" id="{8ECE2ED1-D579-7D1C-3FBD-C206F93B17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088" y="1762126"/>
                <a:ext cx="23813" cy="73025"/>
              </a:xfrm>
              <a:custGeom>
                <a:avLst/>
                <a:gdLst>
                  <a:gd name="T0" fmla="*/ 15 w 30"/>
                  <a:gd name="T1" fmla="*/ 95 h 95"/>
                  <a:gd name="T2" fmla="*/ 0 w 30"/>
                  <a:gd name="T3" fmla="*/ 80 h 95"/>
                  <a:gd name="T4" fmla="*/ 0 w 30"/>
                  <a:gd name="T5" fmla="*/ 15 h 95"/>
                  <a:gd name="T6" fmla="*/ 15 w 30"/>
                  <a:gd name="T7" fmla="*/ 0 h 95"/>
                  <a:gd name="T8" fmla="*/ 30 w 30"/>
                  <a:gd name="T9" fmla="*/ 15 h 95"/>
                  <a:gd name="T10" fmla="*/ 30 w 30"/>
                  <a:gd name="T11" fmla="*/ 80 h 95"/>
                  <a:gd name="T12" fmla="*/ 15 w 30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95">
                    <a:moveTo>
                      <a:pt x="15" y="95"/>
                    </a:moveTo>
                    <a:cubicBezTo>
                      <a:pt x="7" y="95"/>
                      <a:pt x="0" y="88"/>
                      <a:pt x="0" y="80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cubicBezTo>
                      <a:pt x="24" y="0"/>
                      <a:pt x="30" y="7"/>
                      <a:pt x="30" y="15"/>
                    </a:cubicBezTo>
                    <a:lnTo>
                      <a:pt x="30" y="80"/>
                    </a:lnTo>
                    <a:cubicBezTo>
                      <a:pt x="30" y="88"/>
                      <a:pt x="24" y="95"/>
                      <a:pt x="15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Freeform 177">
                <a:extLst>
                  <a:ext uri="{FF2B5EF4-FFF2-40B4-BE49-F238E27FC236}">
                    <a16:creationId xmlns:a16="http://schemas.microsoft.com/office/drawing/2014/main" id="{CF6003B9-09E8-CBEB-E153-59948948B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150" y="1800226"/>
                <a:ext cx="50800" cy="66675"/>
              </a:xfrm>
              <a:custGeom>
                <a:avLst/>
                <a:gdLst>
                  <a:gd name="T0" fmla="*/ 17 w 67"/>
                  <a:gd name="T1" fmla="*/ 88 h 88"/>
                  <a:gd name="T2" fmla="*/ 10 w 67"/>
                  <a:gd name="T3" fmla="*/ 86 h 88"/>
                  <a:gd name="T4" fmla="*/ 4 w 67"/>
                  <a:gd name="T5" fmla="*/ 66 h 88"/>
                  <a:gd name="T6" fmla="*/ 37 w 67"/>
                  <a:gd name="T7" fmla="*/ 9 h 88"/>
                  <a:gd name="T8" fmla="*/ 57 w 67"/>
                  <a:gd name="T9" fmla="*/ 4 h 88"/>
                  <a:gd name="T10" fmla="*/ 63 w 67"/>
                  <a:gd name="T11" fmla="*/ 24 h 88"/>
                  <a:gd name="T12" fmla="*/ 30 w 67"/>
                  <a:gd name="T13" fmla="*/ 81 h 88"/>
                  <a:gd name="T14" fmla="*/ 17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17" y="88"/>
                    </a:moveTo>
                    <a:cubicBezTo>
                      <a:pt x="15" y="88"/>
                      <a:pt x="12" y="88"/>
                      <a:pt x="10" y="86"/>
                    </a:cubicBezTo>
                    <a:cubicBezTo>
                      <a:pt x="3" y="82"/>
                      <a:pt x="0" y="73"/>
                      <a:pt x="4" y="66"/>
                    </a:cubicBezTo>
                    <a:lnTo>
                      <a:pt x="37" y="9"/>
                    </a:lnTo>
                    <a:cubicBezTo>
                      <a:pt x="41" y="2"/>
                      <a:pt x="50" y="0"/>
                      <a:pt x="57" y="4"/>
                    </a:cubicBezTo>
                    <a:cubicBezTo>
                      <a:pt x="65" y="8"/>
                      <a:pt x="67" y="17"/>
                      <a:pt x="63" y="24"/>
                    </a:cubicBezTo>
                    <a:lnTo>
                      <a:pt x="30" y="81"/>
                    </a:lnTo>
                    <a:cubicBezTo>
                      <a:pt x="28" y="85"/>
                      <a:pt x="23" y="88"/>
                      <a:pt x="17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178">
                <a:extLst>
                  <a:ext uri="{FF2B5EF4-FFF2-40B4-BE49-F238E27FC236}">
                    <a16:creationId xmlns:a16="http://schemas.microsoft.com/office/drawing/2014/main" id="{189EA974-3E8E-B439-99AF-7A5742AA77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463" y="1905001"/>
                <a:ext cx="69850" cy="49213"/>
              </a:xfrm>
              <a:custGeom>
                <a:avLst/>
                <a:gdLst>
                  <a:gd name="T0" fmla="*/ 17 w 91"/>
                  <a:gd name="T1" fmla="*/ 65 h 65"/>
                  <a:gd name="T2" fmla="*/ 4 w 91"/>
                  <a:gd name="T3" fmla="*/ 58 h 65"/>
                  <a:gd name="T4" fmla="*/ 10 w 91"/>
                  <a:gd name="T5" fmla="*/ 37 h 65"/>
                  <a:gd name="T6" fmla="*/ 66 w 91"/>
                  <a:gd name="T7" fmla="*/ 5 h 65"/>
                  <a:gd name="T8" fmla="*/ 87 w 91"/>
                  <a:gd name="T9" fmla="*/ 10 h 65"/>
                  <a:gd name="T10" fmla="*/ 81 w 91"/>
                  <a:gd name="T11" fmla="*/ 31 h 65"/>
                  <a:gd name="T12" fmla="*/ 25 w 91"/>
                  <a:gd name="T13" fmla="*/ 63 h 65"/>
                  <a:gd name="T14" fmla="*/ 17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17" y="65"/>
                    </a:moveTo>
                    <a:cubicBezTo>
                      <a:pt x="12" y="65"/>
                      <a:pt x="7" y="62"/>
                      <a:pt x="4" y="58"/>
                    </a:cubicBezTo>
                    <a:cubicBezTo>
                      <a:pt x="0" y="50"/>
                      <a:pt x="3" y="41"/>
                      <a:pt x="10" y="37"/>
                    </a:cubicBezTo>
                    <a:lnTo>
                      <a:pt x="66" y="5"/>
                    </a:lnTo>
                    <a:cubicBezTo>
                      <a:pt x="73" y="0"/>
                      <a:pt x="82" y="3"/>
                      <a:pt x="87" y="10"/>
                    </a:cubicBezTo>
                    <a:cubicBezTo>
                      <a:pt x="91" y="17"/>
                      <a:pt x="88" y="26"/>
                      <a:pt x="81" y="31"/>
                    </a:cubicBezTo>
                    <a:lnTo>
                      <a:pt x="25" y="63"/>
                    </a:lnTo>
                    <a:cubicBezTo>
                      <a:pt x="22" y="64"/>
                      <a:pt x="20" y="65"/>
                      <a:pt x="17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179">
                <a:extLst>
                  <a:ext uri="{FF2B5EF4-FFF2-40B4-BE49-F238E27FC236}">
                    <a16:creationId xmlns:a16="http://schemas.microsoft.com/office/drawing/2014/main" id="{ADA50DEF-A8B0-1737-5D53-06FA54139F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0" y="2051051"/>
                <a:ext cx="73025" cy="23813"/>
              </a:xfrm>
              <a:custGeom>
                <a:avLst/>
                <a:gdLst>
                  <a:gd name="T0" fmla="*/ 80 w 95"/>
                  <a:gd name="T1" fmla="*/ 30 h 30"/>
                  <a:gd name="T2" fmla="*/ 15 w 95"/>
                  <a:gd name="T3" fmla="*/ 30 h 30"/>
                  <a:gd name="T4" fmla="*/ 0 w 95"/>
                  <a:gd name="T5" fmla="*/ 15 h 30"/>
                  <a:gd name="T6" fmla="*/ 15 w 95"/>
                  <a:gd name="T7" fmla="*/ 0 h 30"/>
                  <a:gd name="T8" fmla="*/ 80 w 95"/>
                  <a:gd name="T9" fmla="*/ 0 h 30"/>
                  <a:gd name="T10" fmla="*/ 95 w 95"/>
                  <a:gd name="T11" fmla="*/ 15 h 30"/>
                  <a:gd name="T12" fmla="*/ 80 w 95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30">
                    <a:moveTo>
                      <a:pt x="80" y="30"/>
                    </a:moveTo>
                    <a:lnTo>
                      <a:pt x="15" y="30"/>
                    </a:lnTo>
                    <a:cubicBezTo>
                      <a:pt x="7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5" y="0"/>
                    </a:cubicBezTo>
                    <a:lnTo>
                      <a:pt x="80" y="0"/>
                    </a:lnTo>
                    <a:cubicBezTo>
                      <a:pt x="89" y="0"/>
                      <a:pt x="95" y="7"/>
                      <a:pt x="95" y="15"/>
                    </a:cubicBezTo>
                    <a:cubicBezTo>
                      <a:pt x="95" y="23"/>
                      <a:pt x="89" y="30"/>
                      <a:pt x="8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180">
                <a:extLst>
                  <a:ext uri="{FF2B5EF4-FFF2-40B4-BE49-F238E27FC236}">
                    <a16:creationId xmlns:a16="http://schemas.microsoft.com/office/drawing/2014/main" id="{72116701-DB58-5E8C-1993-FA896E02AF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463" y="2170113"/>
                <a:ext cx="69850" cy="49213"/>
              </a:xfrm>
              <a:custGeom>
                <a:avLst/>
                <a:gdLst>
                  <a:gd name="T0" fmla="*/ 73 w 91"/>
                  <a:gd name="T1" fmla="*/ 65 h 65"/>
                  <a:gd name="T2" fmla="*/ 66 w 91"/>
                  <a:gd name="T3" fmla="*/ 62 h 65"/>
                  <a:gd name="T4" fmla="*/ 10 w 91"/>
                  <a:gd name="T5" fmla="*/ 30 h 65"/>
                  <a:gd name="T6" fmla="*/ 4 w 91"/>
                  <a:gd name="T7" fmla="*/ 9 h 65"/>
                  <a:gd name="T8" fmla="*/ 25 w 91"/>
                  <a:gd name="T9" fmla="*/ 4 h 65"/>
                  <a:gd name="T10" fmla="*/ 81 w 91"/>
                  <a:gd name="T11" fmla="*/ 36 h 65"/>
                  <a:gd name="T12" fmla="*/ 87 w 91"/>
                  <a:gd name="T13" fmla="*/ 57 h 65"/>
                  <a:gd name="T14" fmla="*/ 73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73" y="65"/>
                    </a:moveTo>
                    <a:cubicBezTo>
                      <a:pt x="71" y="65"/>
                      <a:pt x="68" y="64"/>
                      <a:pt x="66" y="62"/>
                    </a:cubicBezTo>
                    <a:lnTo>
                      <a:pt x="10" y="30"/>
                    </a:lnTo>
                    <a:cubicBezTo>
                      <a:pt x="3" y="26"/>
                      <a:pt x="0" y="17"/>
                      <a:pt x="4" y="9"/>
                    </a:cubicBezTo>
                    <a:cubicBezTo>
                      <a:pt x="8" y="2"/>
                      <a:pt x="18" y="0"/>
                      <a:pt x="25" y="4"/>
                    </a:cubicBezTo>
                    <a:lnTo>
                      <a:pt x="81" y="36"/>
                    </a:lnTo>
                    <a:cubicBezTo>
                      <a:pt x="88" y="41"/>
                      <a:pt x="91" y="50"/>
                      <a:pt x="87" y="57"/>
                    </a:cubicBezTo>
                    <a:cubicBezTo>
                      <a:pt x="84" y="62"/>
                      <a:pt x="79" y="65"/>
                      <a:pt x="73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181">
                <a:extLst>
                  <a:ext uri="{FF2B5EF4-FFF2-40B4-BE49-F238E27FC236}">
                    <a16:creationId xmlns:a16="http://schemas.microsoft.com/office/drawing/2014/main" id="{191D83B5-7FA5-40B3-43FE-5366B8308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150" y="2257426"/>
                <a:ext cx="50800" cy="66675"/>
              </a:xfrm>
              <a:custGeom>
                <a:avLst/>
                <a:gdLst>
                  <a:gd name="T0" fmla="*/ 50 w 67"/>
                  <a:gd name="T1" fmla="*/ 88 h 88"/>
                  <a:gd name="T2" fmla="*/ 37 w 67"/>
                  <a:gd name="T3" fmla="*/ 81 h 88"/>
                  <a:gd name="T4" fmla="*/ 4 w 67"/>
                  <a:gd name="T5" fmla="*/ 24 h 88"/>
                  <a:gd name="T6" fmla="*/ 10 w 67"/>
                  <a:gd name="T7" fmla="*/ 4 h 88"/>
                  <a:gd name="T8" fmla="*/ 30 w 67"/>
                  <a:gd name="T9" fmla="*/ 9 h 88"/>
                  <a:gd name="T10" fmla="*/ 63 w 67"/>
                  <a:gd name="T11" fmla="*/ 66 h 88"/>
                  <a:gd name="T12" fmla="*/ 57 w 67"/>
                  <a:gd name="T13" fmla="*/ 86 h 88"/>
                  <a:gd name="T14" fmla="*/ 50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50" y="88"/>
                    </a:moveTo>
                    <a:cubicBezTo>
                      <a:pt x="45" y="88"/>
                      <a:pt x="40" y="85"/>
                      <a:pt x="37" y="81"/>
                    </a:cubicBezTo>
                    <a:lnTo>
                      <a:pt x="4" y="24"/>
                    </a:lnTo>
                    <a:cubicBezTo>
                      <a:pt x="0" y="17"/>
                      <a:pt x="3" y="8"/>
                      <a:pt x="10" y="4"/>
                    </a:cubicBezTo>
                    <a:cubicBezTo>
                      <a:pt x="17" y="0"/>
                      <a:pt x="26" y="2"/>
                      <a:pt x="30" y="9"/>
                    </a:cubicBezTo>
                    <a:lnTo>
                      <a:pt x="63" y="66"/>
                    </a:lnTo>
                    <a:cubicBezTo>
                      <a:pt x="67" y="73"/>
                      <a:pt x="65" y="82"/>
                      <a:pt x="57" y="86"/>
                    </a:cubicBezTo>
                    <a:cubicBezTo>
                      <a:pt x="55" y="88"/>
                      <a:pt x="52" y="88"/>
                      <a:pt x="50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82">
                <a:extLst>
                  <a:ext uri="{FF2B5EF4-FFF2-40B4-BE49-F238E27FC236}">
                    <a16:creationId xmlns:a16="http://schemas.microsoft.com/office/drawing/2014/main" id="{B65BC584-A29B-FFF5-B716-57DF57AA8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088" y="2290763"/>
                <a:ext cx="23813" cy="73025"/>
              </a:xfrm>
              <a:custGeom>
                <a:avLst/>
                <a:gdLst>
                  <a:gd name="T0" fmla="*/ 15 w 30"/>
                  <a:gd name="T1" fmla="*/ 95 h 95"/>
                  <a:gd name="T2" fmla="*/ 0 w 30"/>
                  <a:gd name="T3" fmla="*/ 80 h 95"/>
                  <a:gd name="T4" fmla="*/ 0 w 30"/>
                  <a:gd name="T5" fmla="*/ 15 h 95"/>
                  <a:gd name="T6" fmla="*/ 15 w 30"/>
                  <a:gd name="T7" fmla="*/ 0 h 95"/>
                  <a:gd name="T8" fmla="*/ 30 w 30"/>
                  <a:gd name="T9" fmla="*/ 15 h 95"/>
                  <a:gd name="T10" fmla="*/ 30 w 30"/>
                  <a:gd name="T11" fmla="*/ 80 h 95"/>
                  <a:gd name="T12" fmla="*/ 15 w 30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95">
                    <a:moveTo>
                      <a:pt x="15" y="95"/>
                    </a:moveTo>
                    <a:cubicBezTo>
                      <a:pt x="7" y="95"/>
                      <a:pt x="0" y="88"/>
                      <a:pt x="0" y="80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cubicBezTo>
                      <a:pt x="24" y="0"/>
                      <a:pt x="30" y="7"/>
                      <a:pt x="30" y="15"/>
                    </a:cubicBezTo>
                    <a:lnTo>
                      <a:pt x="30" y="80"/>
                    </a:lnTo>
                    <a:cubicBezTo>
                      <a:pt x="30" y="88"/>
                      <a:pt x="24" y="95"/>
                      <a:pt x="15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83">
                <a:extLst>
                  <a:ext uri="{FF2B5EF4-FFF2-40B4-BE49-F238E27FC236}">
                    <a16:creationId xmlns:a16="http://schemas.microsoft.com/office/drawing/2014/main" id="{3F385734-8DF5-4E65-6A1D-3828A8F79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625" y="2257426"/>
                <a:ext cx="50800" cy="66675"/>
              </a:xfrm>
              <a:custGeom>
                <a:avLst/>
                <a:gdLst>
                  <a:gd name="T0" fmla="*/ 17 w 67"/>
                  <a:gd name="T1" fmla="*/ 88 h 88"/>
                  <a:gd name="T2" fmla="*/ 9 w 67"/>
                  <a:gd name="T3" fmla="*/ 86 h 88"/>
                  <a:gd name="T4" fmla="*/ 4 w 67"/>
                  <a:gd name="T5" fmla="*/ 66 h 88"/>
                  <a:gd name="T6" fmla="*/ 36 w 67"/>
                  <a:gd name="T7" fmla="*/ 9 h 88"/>
                  <a:gd name="T8" fmla="*/ 57 w 67"/>
                  <a:gd name="T9" fmla="*/ 4 h 88"/>
                  <a:gd name="T10" fmla="*/ 62 w 67"/>
                  <a:gd name="T11" fmla="*/ 24 h 88"/>
                  <a:gd name="T12" fmla="*/ 30 w 67"/>
                  <a:gd name="T13" fmla="*/ 81 h 88"/>
                  <a:gd name="T14" fmla="*/ 17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17" y="88"/>
                    </a:moveTo>
                    <a:cubicBezTo>
                      <a:pt x="14" y="88"/>
                      <a:pt x="12" y="88"/>
                      <a:pt x="9" y="86"/>
                    </a:cubicBezTo>
                    <a:cubicBezTo>
                      <a:pt x="2" y="82"/>
                      <a:pt x="0" y="73"/>
                      <a:pt x="4" y="66"/>
                    </a:cubicBezTo>
                    <a:lnTo>
                      <a:pt x="36" y="9"/>
                    </a:lnTo>
                    <a:cubicBezTo>
                      <a:pt x="41" y="2"/>
                      <a:pt x="50" y="0"/>
                      <a:pt x="57" y="4"/>
                    </a:cubicBezTo>
                    <a:cubicBezTo>
                      <a:pt x="64" y="8"/>
                      <a:pt x="67" y="17"/>
                      <a:pt x="62" y="24"/>
                    </a:cubicBezTo>
                    <a:lnTo>
                      <a:pt x="30" y="81"/>
                    </a:lnTo>
                    <a:cubicBezTo>
                      <a:pt x="27" y="85"/>
                      <a:pt x="22" y="88"/>
                      <a:pt x="17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84">
                <a:extLst>
                  <a:ext uri="{FF2B5EF4-FFF2-40B4-BE49-F238E27FC236}">
                    <a16:creationId xmlns:a16="http://schemas.microsoft.com/office/drawing/2014/main" id="{A9BDE65E-7084-EA6D-5247-1ADB42CBF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63" y="2170113"/>
                <a:ext cx="69850" cy="49213"/>
              </a:xfrm>
              <a:custGeom>
                <a:avLst/>
                <a:gdLst>
                  <a:gd name="T0" fmla="*/ 17 w 91"/>
                  <a:gd name="T1" fmla="*/ 65 h 65"/>
                  <a:gd name="T2" fmla="*/ 4 w 91"/>
                  <a:gd name="T3" fmla="*/ 57 h 65"/>
                  <a:gd name="T4" fmla="*/ 10 w 91"/>
                  <a:gd name="T5" fmla="*/ 36 h 65"/>
                  <a:gd name="T6" fmla="*/ 66 w 91"/>
                  <a:gd name="T7" fmla="*/ 4 h 65"/>
                  <a:gd name="T8" fmla="*/ 87 w 91"/>
                  <a:gd name="T9" fmla="*/ 9 h 65"/>
                  <a:gd name="T10" fmla="*/ 81 w 91"/>
                  <a:gd name="T11" fmla="*/ 30 h 65"/>
                  <a:gd name="T12" fmla="*/ 25 w 91"/>
                  <a:gd name="T13" fmla="*/ 62 h 65"/>
                  <a:gd name="T14" fmla="*/ 17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17" y="65"/>
                    </a:moveTo>
                    <a:cubicBezTo>
                      <a:pt x="12" y="65"/>
                      <a:pt x="7" y="62"/>
                      <a:pt x="4" y="57"/>
                    </a:cubicBezTo>
                    <a:cubicBezTo>
                      <a:pt x="0" y="50"/>
                      <a:pt x="3" y="41"/>
                      <a:pt x="10" y="36"/>
                    </a:cubicBezTo>
                    <a:lnTo>
                      <a:pt x="66" y="4"/>
                    </a:lnTo>
                    <a:cubicBezTo>
                      <a:pt x="73" y="0"/>
                      <a:pt x="82" y="2"/>
                      <a:pt x="87" y="9"/>
                    </a:cubicBezTo>
                    <a:cubicBezTo>
                      <a:pt x="91" y="17"/>
                      <a:pt x="88" y="26"/>
                      <a:pt x="81" y="30"/>
                    </a:cubicBezTo>
                    <a:lnTo>
                      <a:pt x="25" y="62"/>
                    </a:lnTo>
                    <a:cubicBezTo>
                      <a:pt x="22" y="64"/>
                      <a:pt x="20" y="65"/>
                      <a:pt x="17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85">
                <a:extLst>
                  <a:ext uri="{FF2B5EF4-FFF2-40B4-BE49-F238E27FC236}">
                    <a16:creationId xmlns:a16="http://schemas.microsoft.com/office/drawing/2014/main" id="{0E0D8646-CFCB-5720-16CA-59ED13E90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163" y="2051051"/>
                <a:ext cx="73025" cy="23813"/>
              </a:xfrm>
              <a:custGeom>
                <a:avLst/>
                <a:gdLst>
                  <a:gd name="T0" fmla="*/ 80 w 96"/>
                  <a:gd name="T1" fmla="*/ 30 h 30"/>
                  <a:gd name="T2" fmla="*/ 16 w 96"/>
                  <a:gd name="T3" fmla="*/ 30 h 30"/>
                  <a:gd name="T4" fmla="*/ 0 w 96"/>
                  <a:gd name="T5" fmla="*/ 15 h 30"/>
                  <a:gd name="T6" fmla="*/ 16 w 96"/>
                  <a:gd name="T7" fmla="*/ 0 h 30"/>
                  <a:gd name="T8" fmla="*/ 80 w 96"/>
                  <a:gd name="T9" fmla="*/ 0 h 30"/>
                  <a:gd name="T10" fmla="*/ 96 w 96"/>
                  <a:gd name="T11" fmla="*/ 15 h 30"/>
                  <a:gd name="T12" fmla="*/ 80 w 96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30">
                    <a:moveTo>
                      <a:pt x="80" y="30"/>
                    </a:moveTo>
                    <a:lnTo>
                      <a:pt x="16" y="30"/>
                    </a:lnTo>
                    <a:cubicBezTo>
                      <a:pt x="7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6" y="0"/>
                    </a:cubicBezTo>
                    <a:lnTo>
                      <a:pt x="80" y="0"/>
                    </a:lnTo>
                    <a:cubicBezTo>
                      <a:pt x="89" y="0"/>
                      <a:pt x="96" y="7"/>
                      <a:pt x="96" y="15"/>
                    </a:cubicBezTo>
                    <a:cubicBezTo>
                      <a:pt x="96" y="23"/>
                      <a:pt x="89" y="30"/>
                      <a:pt x="8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86">
                <a:extLst>
                  <a:ext uri="{FF2B5EF4-FFF2-40B4-BE49-F238E27FC236}">
                    <a16:creationId xmlns:a16="http://schemas.microsoft.com/office/drawing/2014/main" id="{07D0A20E-E60F-3543-3CA1-A51DEBF1A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63" y="1905001"/>
                <a:ext cx="69850" cy="49213"/>
              </a:xfrm>
              <a:custGeom>
                <a:avLst/>
                <a:gdLst>
                  <a:gd name="T0" fmla="*/ 73 w 91"/>
                  <a:gd name="T1" fmla="*/ 65 h 65"/>
                  <a:gd name="T2" fmla="*/ 66 w 91"/>
                  <a:gd name="T3" fmla="*/ 63 h 65"/>
                  <a:gd name="T4" fmla="*/ 10 w 91"/>
                  <a:gd name="T5" fmla="*/ 31 h 65"/>
                  <a:gd name="T6" fmla="*/ 4 w 91"/>
                  <a:gd name="T7" fmla="*/ 10 h 65"/>
                  <a:gd name="T8" fmla="*/ 25 w 91"/>
                  <a:gd name="T9" fmla="*/ 5 h 65"/>
                  <a:gd name="T10" fmla="*/ 81 w 91"/>
                  <a:gd name="T11" fmla="*/ 37 h 65"/>
                  <a:gd name="T12" fmla="*/ 87 w 91"/>
                  <a:gd name="T13" fmla="*/ 58 h 65"/>
                  <a:gd name="T14" fmla="*/ 73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73" y="65"/>
                    </a:moveTo>
                    <a:cubicBezTo>
                      <a:pt x="71" y="65"/>
                      <a:pt x="68" y="64"/>
                      <a:pt x="66" y="63"/>
                    </a:cubicBezTo>
                    <a:lnTo>
                      <a:pt x="10" y="31"/>
                    </a:lnTo>
                    <a:cubicBezTo>
                      <a:pt x="3" y="26"/>
                      <a:pt x="0" y="17"/>
                      <a:pt x="4" y="10"/>
                    </a:cubicBezTo>
                    <a:cubicBezTo>
                      <a:pt x="8" y="3"/>
                      <a:pt x="18" y="0"/>
                      <a:pt x="25" y="5"/>
                    </a:cubicBezTo>
                    <a:lnTo>
                      <a:pt x="81" y="37"/>
                    </a:lnTo>
                    <a:cubicBezTo>
                      <a:pt x="88" y="41"/>
                      <a:pt x="91" y="50"/>
                      <a:pt x="87" y="58"/>
                    </a:cubicBezTo>
                    <a:cubicBezTo>
                      <a:pt x="84" y="62"/>
                      <a:pt x="79" y="65"/>
                      <a:pt x="7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87">
                <a:extLst>
                  <a:ext uri="{FF2B5EF4-FFF2-40B4-BE49-F238E27FC236}">
                    <a16:creationId xmlns:a16="http://schemas.microsoft.com/office/drawing/2014/main" id="{58517ADF-7BCB-B785-6F60-003ECFFD6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625" y="1800226"/>
                <a:ext cx="50800" cy="66675"/>
              </a:xfrm>
              <a:custGeom>
                <a:avLst/>
                <a:gdLst>
                  <a:gd name="T0" fmla="*/ 49 w 67"/>
                  <a:gd name="T1" fmla="*/ 88 h 88"/>
                  <a:gd name="T2" fmla="*/ 36 w 67"/>
                  <a:gd name="T3" fmla="*/ 81 h 88"/>
                  <a:gd name="T4" fmla="*/ 4 w 67"/>
                  <a:gd name="T5" fmla="*/ 24 h 88"/>
                  <a:gd name="T6" fmla="*/ 9 w 67"/>
                  <a:gd name="T7" fmla="*/ 4 h 88"/>
                  <a:gd name="T8" fmla="*/ 30 w 67"/>
                  <a:gd name="T9" fmla="*/ 9 h 88"/>
                  <a:gd name="T10" fmla="*/ 62 w 67"/>
                  <a:gd name="T11" fmla="*/ 66 h 88"/>
                  <a:gd name="T12" fmla="*/ 57 w 67"/>
                  <a:gd name="T13" fmla="*/ 86 h 88"/>
                  <a:gd name="T14" fmla="*/ 49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49" y="88"/>
                    </a:moveTo>
                    <a:cubicBezTo>
                      <a:pt x="44" y="88"/>
                      <a:pt x="39" y="85"/>
                      <a:pt x="36" y="81"/>
                    </a:cubicBezTo>
                    <a:lnTo>
                      <a:pt x="4" y="24"/>
                    </a:lnTo>
                    <a:cubicBezTo>
                      <a:pt x="0" y="17"/>
                      <a:pt x="2" y="8"/>
                      <a:pt x="9" y="4"/>
                    </a:cubicBezTo>
                    <a:cubicBezTo>
                      <a:pt x="17" y="0"/>
                      <a:pt x="26" y="2"/>
                      <a:pt x="30" y="9"/>
                    </a:cubicBezTo>
                    <a:lnTo>
                      <a:pt x="62" y="66"/>
                    </a:lnTo>
                    <a:cubicBezTo>
                      <a:pt x="67" y="73"/>
                      <a:pt x="64" y="82"/>
                      <a:pt x="57" y="86"/>
                    </a:cubicBezTo>
                    <a:cubicBezTo>
                      <a:pt x="55" y="88"/>
                      <a:pt x="52" y="88"/>
                      <a:pt x="49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7" name="Circle: Hollow 79">
              <a:extLst>
                <a:ext uri="{FF2B5EF4-FFF2-40B4-BE49-F238E27FC236}">
                  <a16:creationId xmlns:a16="http://schemas.microsoft.com/office/drawing/2014/main" id="{A6A78995-B843-0499-B76A-663595D3F457}"/>
                </a:ext>
              </a:extLst>
            </p:cNvPr>
            <p:cNvSpPr/>
            <p:nvPr/>
          </p:nvSpPr>
          <p:spPr>
            <a:xfrm>
              <a:off x="4995674" y="4044712"/>
              <a:ext cx="848364" cy="848364"/>
            </a:xfrm>
            <a:prstGeom prst="donut">
              <a:avLst>
                <a:gd name="adj" fmla="val 39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8" name="Circle: Hollow 80">
              <a:extLst>
                <a:ext uri="{FF2B5EF4-FFF2-40B4-BE49-F238E27FC236}">
                  <a16:creationId xmlns:a16="http://schemas.microsoft.com/office/drawing/2014/main" id="{47C87AB1-DC5C-9343-1B6F-38C1325D1627}"/>
                </a:ext>
              </a:extLst>
            </p:cNvPr>
            <p:cNvSpPr/>
            <p:nvPr/>
          </p:nvSpPr>
          <p:spPr>
            <a:xfrm>
              <a:off x="5348489" y="4397528"/>
              <a:ext cx="142736" cy="142734"/>
            </a:xfrm>
            <a:prstGeom prst="donut">
              <a:avLst>
                <a:gd name="adj" fmla="val 226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9" name="Rectangle: Top Corners Rounded 81">
              <a:extLst>
                <a:ext uri="{FF2B5EF4-FFF2-40B4-BE49-F238E27FC236}">
                  <a16:creationId xmlns:a16="http://schemas.microsoft.com/office/drawing/2014/main" id="{648E7CF0-C245-43A4-A8FD-9F2464AB3707}"/>
                </a:ext>
              </a:extLst>
            </p:cNvPr>
            <p:cNvSpPr/>
            <p:nvPr/>
          </p:nvSpPr>
          <p:spPr>
            <a:xfrm rot="14339270">
              <a:off x="5285405" y="4456369"/>
              <a:ext cx="36576" cy="173654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: Top Corners Rounded 82">
              <a:extLst>
                <a:ext uri="{FF2B5EF4-FFF2-40B4-BE49-F238E27FC236}">
                  <a16:creationId xmlns:a16="http://schemas.microsoft.com/office/drawing/2014/main" id="{F457F4B0-7FC4-A004-F00B-3153614F6075}"/>
                </a:ext>
              </a:extLst>
            </p:cNvPr>
            <p:cNvSpPr/>
            <p:nvPr/>
          </p:nvSpPr>
          <p:spPr>
            <a:xfrm>
              <a:off x="5400584" y="4207394"/>
              <a:ext cx="36576" cy="204418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TextBox 4">
            <a:extLst>
              <a:ext uri="{FF2B5EF4-FFF2-40B4-BE49-F238E27FC236}">
                <a16:creationId xmlns:a16="http://schemas.microsoft.com/office/drawing/2014/main" id="{677A6E90-22DD-C831-EAB2-B5B2C4BD2C00}"/>
              </a:ext>
            </a:extLst>
          </p:cNvPr>
          <p:cNvSpPr txBox="1"/>
          <p:nvPr/>
        </p:nvSpPr>
        <p:spPr>
          <a:xfrm>
            <a:off x="6844766" y="5422444"/>
            <a:ext cx="35106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FR" sz="2000" dirty="0">
                <a:solidFill>
                  <a:srgbClr val="FF5969"/>
                </a:solidFill>
                <a:effectLst>
                  <a:reflection blurRad="6350" stA="53000" endA="300" endPos="35500" dir="5400000" sy="-90000" algn="bl"/>
                </a:effectLst>
                <a:latin typeface="Algerian" panose="04020705040A02060702" pitchFamily="82" charset="0"/>
              </a:rPr>
              <a:t>promotion 2023-2026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5969"/>
              </a:solidFill>
              <a:effectLst>
                <a:reflection blurRad="6350" stA="53000" endA="300" endPos="35500" dir="5400000" sy="-90000" algn="bl"/>
              </a:effectLst>
              <a:uLnTx/>
              <a:uFillTx/>
              <a:latin typeface="Algerian" panose="04020705040A02060702" pitchFamily="82" charset="0"/>
              <a:cs typeface="Poppins"/>
              <a:sym typeface="Poppins"/>
              <a:rtl val="0"/>
            </a:endParaRPr>
          </a:p>
        </p:txBody>
      </p:sp>
      <p:sp>
        <p:nvSpPr>
          <p:cNvPr id="84" name="TextBox 4">
            <a:extLst>
              <a:ext uri="{FF2B5EF4-FFF2-40B4-BE49-F238E27FC236}">
                <a16:creationId xmlns:a16="http://schemas.microsoft.com/office/drawing/2014/main" id="{1ACA3EEE-4DD6-C191-C6C8-DBAECF7009D2}"/>
              </a:ext>
            </a:extLst>
          </p:cNvPr>
          <p:cNvSpPr txBox="1"/>
          <p:nvPr/>
        </p:nvSpPr>
        <p:spPr>
          <a:xfrm>
            <a:off x="5617519" y="3286998"/>
            <a:ext cx="62484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fr-FR" sz="3200" dirty="0">
                <a:solidFill>
                  <a:schemeClr val="accent3">
                    <a:lumMod val="50000"/>
                  </a:schemeClr>
                </a:solidFill>
                <a:effectLst>
                  <a:reflection blurRad="6350" stA="53000" endA="300" endPos="35500" dir="5400000" sy="-90000" algn="bl"/>
                </a:effectLst>
                <a:latin typeface="Algerian" panose="04020705040A02060702" pitchFamily="82" charset="0"/>
              </a:rPr>
              <a:t>diplôme de technicien supérieur (DTS)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>
                <a:reflection blurRad="6350" stA="53000" endA="300" endPos="35500" dir="5400000" sy="-90000" algn="bl"/>
              </a:effectLst>
              <a:uLnTx/>
              <a:uFillTx/>
              <a:latin typeface="Algerian" panose="04020705040A02060702" pitchFamily="82" charset="0"/>
              <a:cs typeface="Poppins"/>
              <a:sym typeface="Poppins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25310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3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3000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decel="3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62" grpId="0" animBg="1"/>
      <p:bldP spid="63" grpId="0" animBg="1"/>
      <p:bldP spid="64" grpId="0" animBg="1"/>
      <p:bldP spid="83" grpId="0"/>
      <p:bldP spid="8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/>
          <p:cNvGrpSpPr/>
          <p:nvPr/>
        </p:nvGrpSpPr>
        <p:grpSpPr>
          <a:xfrm>
            <a:off x="190249" y="64395"/>
            <a:ext cx="3406461" cy="1961711"/>
            <a:chOff x="1498791" y="38151"/>
            <a:chExt cx="3406461" cy="1961711"/>
          </a:xfrm>
        </p:grpSpPr>
        <p:sp>
          <p:nvSpPr>
            <p:cNvPr id="2" name="ZoneTexte 1"/>
            <p:cNvSpPr txBox="1"/>
            <p:nvPr/>
          </p:nvSpPr>
          <p:spPr>
            <a:xfrm>
              <a:off x="2047740" y="38151"/>
              <a:ext cx="20091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République du Cameroun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Paix</a:t>
              </a:r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– Travail – </a:t>
              </a:r>
              <a:r>
                <a:rPr lang="en-US" sz="1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Patrie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ZoneTexte 2"/>
            <p:cNvSpPr txBox="1"/>
            <p:nvPr/>
          </p:nvSpPr>
          <p:spPr>
            <a:xfrm>
              <a:off x="1498791" y="707200"/>
              <a:ext cx="3406461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INSTITUT AFRICAIN D’INFORMATIQUE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BP 13719 Yaoundé (Cameroun)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Tel :( 237) 242 72 99 57 / 242 72 99 58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Site: </a:t>
              </a:r>
              <a:r>
                <a:rPr lang="en-US" sz="1200" b="1" u="sng" dirty="0">
                  <a:solidFill>
                    <a:schemeClr val="accent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www.iaicameroun.com</a:t>
              </a:r>
              <a:endParaRPr lang="fr-FR" sz="1200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CM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E-mail : contact@iaicameroun.com</a:t>
              </a:r>
              <a:endParaRPr lang="fr-FR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fr-FR" dirty="0"/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9227077" y="104187"/>
            <a:ext cx="2964923" cy="974010"/>
            <a:chOff x="8813009" y="-18512"/>
            <a:chExt cx="2964923" cy="974010"/>
          </a:xfrm>
        </p:grpSpPr>
        <p:sp>
          <p:nvSpPr>
            <p:cNvPr id="4" name="ZoneTexte 3"/>
            <p:cNvSpPr txBox="1"/>
            <p:nvPr/>
          </p:nvSpPr>
          <p:spPr>
            <a:xfrm>
              <a:off x="9167609" y="-18512"/>
              <a:ext cx="200910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Republic of Cameroon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Peace – Work – Fatherland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fr-FR" dirty="0"/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8813009" y="432278"/>
              <a:ext cx="29649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kern="12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INFORMATION DE L’ENTREPRISE</a:t>
              </a:r>
              <a:endParaRPr lang="fr-FR" sz="1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Image 7">
            <a:extLst>
              <a:ext uri="{FF2B5EF4-FFF2-40B4-BE49-F238E27FC236}">
                <a16:creationId xmlns:a16="http://schemas.microsoft.com/office/drawing/2014/main" id="{1997F1F4-77D7-4486-BDE8-FCD1D8E3F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034" y="416913"/>
            <a:ext cx="1637595" cy="123935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3982912-1F21-4976-9389-2F0C9340BA30}"/>
              </a:ext>
            </a:extLst>
          </p:cNvPr>
          <p:cNvSpPr txBox="1"/>
          <p:nvPr/>
        </p:nvSpPr>
        <p:spPr>
          <a:xfrm>
            <a:off x="3804034" y="1941694"/>
            <a:ext cx="4616105" cy="377506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RAPPORT</a:t>
            </a:r>
            <a:r>
              <a:rPr lang="fr-CM" sz="32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DE STAGE</a:t>
            </a:r>
          </a:p>
        </p:txBody>
      </p:sp>
      <p:sp>
        <p:nvSpPr>
          <p:cNvPr id="11" name="Rectangle : coins arrondis 9">
            <a:extLst>
              <a:ext uri="{FF2B5EF4-FFF2-40B4-BE49-F238E27FC236}">
                <a16:creationId xmlns:a16="http://schemas.microsoft.com/office/drawing/2014/main" id="{2C85C700-E992-4C86-BD63-6606DA92D3A1}"/>
              </a:ext>
            </a:extLst>
          </p:cNvPr>
          <p:cNvSpPr/>
          <p:nvPr/>
        </p:nvSpPr>
        <p:spPr>
          <a:xfrm>
            <a:off x="540639" y="2800969"/>
            <a:ext cx="10776718" cy="1287970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REALISATION D’UNE PLATEFORME COLLABORATIVE DE REVENTE DE LIVRE D’OCCASION (</a:t>
            </a:r>
            <a:r>
              <a:rPr lang="fr-FR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BookCycle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9E9DC1D-22D1-4D10-B44A-6E2226CCD2E1}"/>
              </a:ext>
            </a:extLst>
          </p:cNvPr>
          <p:cNvSpPr txBox="1"/>
          <p:nvPr/>
        </p:nvSpPr>
        <p:spPr>
          <a:xfrm>
            <a:off x="467861" y="4201616"/>
            <a:ext cx="113497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effectué du 08 juillet 2025 au 30 septembre 2025 </a:t>
            </a:r>
            <a:r>
              <a:rPr lang="fr-CM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vue d’obtention 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diplôme de technicien supérieur</a:t>
            </a:r>
            <a:endParaRPr lang="fr-CA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CM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 : </a:t>
            </a:r>
            <a:r>
              <a:rPr lang="fr-CM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GENIE LOGICIEL</a:t>
            </a:r>
            <a:r>
              <a:rPr kumimoji="1" lang="en-US" altLang="ja-JP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fr-CA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Rédigé par:</a:t>
            </a:r>
            <a:endParaRPr lang="fr-CA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CA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FEUTIO FOMEKONG FRED BRISTON</a:t>
            </a:r>
          </a:p>
          <a:p>
            <a:pPr algn="ctr"/>
            <a:endParaRPr lang="fr-CA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443664" y="2319200"/>
            <a:ext cx="2779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fr-FR" sz="3200" b="1" dirty="0">
                <a:solidFill>
                  <a:prstClr val="blac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THEME</a:t>
            </a:r>
            <a:endParaRPr lang="fr-FR" sz="2000" dirty="0">
              <a:solidFill>
                <a:prstClr val="black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 de texte 97"/>
          <p:cNvSpPr txBox="1"/>
          <p:nvPr/>
        </p:nvSpPr>
        <p:spPr>
          <a:xfrm>
            <a:off x="345057" y="5318172"/>
            <a:ext cx="3458977" cy="153982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400" u="sng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Encadreur a</a:t>
            </a:r>
            <a:r>
              <a:rPr lang="fr-FR" sz="1400" u="sng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cadémique</a:t>
            </a:r>
            <a:r>
              <a:rPr lang="fr-FR" sz="1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Mme NGA OTABELA</a:t>
            </a:r>
            <a:endParaRPr lang="fr-CM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fr-FR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Fonction à l’IAI-Cameroun, centre d’excellence technologique Paul Biya</a:t>
            </a:r>
            <a:endParaRPr lang="fr-CM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 de texte 98"/>
          <p:cNvSpPr txBox="1"/>
          <p:nvPr/>
        </p:nvSpPr>
        <p:spPr>
          <a:xfrm>
            <a:off x="8269396" y="5318172"/>
            <a:ext cx="3452777" cy="144384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fr-FR" sz="1400" u="sng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Encadreur professionnel</a:t>
            </a:r>
            <a:r>
              <a:rPr lang="fr-FR" sz="1400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  <a:endParaRPr lang="fr-FR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fr-FR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fr-FR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NWABO Franck Barthel</a:t>
            </a:r>
            <a:endParaRPr lang="fr-CM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600"/>
              </a:spcAft>
            </a:pPr>
            <a:r>
              <a:rPr lang="fr-FR" sz="1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Fonction dans l’entreprise </a:t>
            </a:r>
            <a:endParaRPr lang="fr-CM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79F25E-32BB-404F-86F6-FEFB1E8E8492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11428507" y="6254459"/>
            <a:ext cx="733425" cy="60354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FC817D3-9C33-C8BA-0030-3CEBBC65DADF}"/>
              </a:ext>
            </a:extLst>
          </p:cNvPr>
          <p:cNvSpPr txBox="1"/>
          <p:nvPr/>
        </p:nvSpPr>
        <p:spPr>
          <a:xfrm>
            <a:off x="4693298" y="6254459"/>
            <a:ext cx="3268195" cy="370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Année </a:t>
            </a:r>
            <a:r>
              <a:rPr lang="fr-FR" dirty="0" err="1"/>
              <a:t>academique</a:t>
            </a:r>
            <a:r>
              <a:rPr lang="fr-FR" dirty="0"/>
              <a:t> 2025/2026</a:t>
            </a:r>
            <a:endParaRPr lang="fr-CM" dirty="0"/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186AB253-C2E6-4DE7-B8F9-65C3EF2E34C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892799" y="302509"/>
            <a:ext cx="1871127" cy="135376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04219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29">
            <a:extLst>
              <a:ext uri="{FF2B5EF4-FFF2-40B4-BE49-F238E27FC236}">
                <a16:creationId xmlns:a16="http://schemas.microsoft.com/office/drawing/2014/main" id="{E9A29961-D3C3-F7E0-6D42-7681A4C9A07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788121" y="3688783"/>
            <a:ext cx="20955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30">
            <a:extLst>
              <a:ext uri="{FF2B5EF4-FFF2-40B4-BE49-F238E27FC236}">
                <a16:creationId xmlns:a16="http://schemas.microsoft.com/office/drawing/2014/main" id="{35D87C0A-119B-B0A9-8B2E-6D2C16B7378B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1534688" y="3688783"/>
            <a:ext cx="20955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Arc 3">
            <a:extLst>
              <a:ext uri="{FF2B5EF4-FFF2-40B4-BE49-F238E27FC236}">
                <a16:creationId xmlns:a16="http://schemas.microsoft.com/office/drawing/2014/main" id="{E330D639-083F-89A4-8D2D-9A6F8EE66BF8}"/>
              </a:ext>
            </a:extLst>
          </p:cNvPr>
          <p:cNvSpPr/>
          <p:nvPr/>
        </p:nvSpPr>
        <p:spPr>
          <a:xfrm>
            <a:off x="1027379" y="3229202"/>
            <a:ext cx="919162" cy="919162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5" name="Oval 32">
            <a:extLst>
              <a:ext uri="{FF2B5EF4-FFF2-40B4-BE49-F238E27FC236}">
                <a16:creationId xmlns:a16="http://schemas.microsoft.com/office/drawing/2014/main" id="{F07A2A31-AB16-DA03-D000-944B95E79566}"/>
              </a:ext>
            </a:extLst>
          </p:cNvPr>
          <p:cNvSpPr/>
          <p:nvPr/>
        </p:nvSpPr>
        <p:spPr>
          <a:xfrm>
            <a:off x="1391710" y="3593533"/>
            <a:ext cx="190500" cy="190500"/>
          </a:xfrm>
          <a:prstGeom prst="ellipse">
            <a:avLst/>
          </a:pr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6" name="Circle: Hollow 33">
            <a:extLst>
              <a:ext uri="{FF2B5EF4-FFF2-40B4-BE49-F238E27FC236}">
                <a16:creationId xmlns:a16="http://schemas.microsoft.com/office/drawing/2014/main" id="{5A7B9B2F-AF0B-4C40-6E91-2F48498F0B22}"/>
              </a:ext>
            </a:extLst>
          </p:cNvPr>
          <p:cNvSpPr/>
          <p:nvPr/>
        </p:nvSpPr>
        <p:spPr>
          <a:xfrm>
            <a:off x="1272647" y="3474470"/>
            <a:ext cx="428626" cy="428626"/>
          </a:xfrm>
          <a:prstGeom prst="donut">
            <a:avLst>
              <a:gd name="adj" fmla="val 5281"/>
            </a:avLst>
          </a:pr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7" name="Circle: Hollow 34">
            <a:extLst>
              <a:ext uri="{FF2B5EF4-FFF2-40B4-BE49-F238E27FC236}">
                <a16:creationId xmlns:a16="http://schemas.microsoft.com/office/drawing/2014/main" id="{7245BFCF-55E6-D6D1-5968-19E2A0A40111}"/>
              </a:ext>
            </a:extLst>
          </p:cNvPr>
          <p:cNvSpPr/>
          <p:nvPr/>
        </p:nvSpPr>
        <p:spPr>
          <a:xfrm>
            <a:off x="1139775" y="3341598"/>
            <a:ext cx="694370" cy="694370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cxnSp>
        <p:nvCxnSpPr>
          <p:cNvPr id="8" name="Straight Connector 35">
            <a:extLst>
              <a:ext uri="{FF2B5EF4-FFF2-40B4-BE49-F238E27FC236}">
                <a16:creationId xmlns:a16="http://schemas.microsoft.com/office/drawing/2014/main" id="{2762F8FE-5ECA-183C-CACA-AF8A81FC07F4}"/>
              </a:ext>
            </a:extLst>
          </p:cNvPr>
          <p:cNvCxnSpPr>
            <a:cxnSpLocks/>
          </p:cNvCxnSpPr>
          <p:nvPr/>
        </p:nvCxnSpPr>
        <p:spPr>
          <a:xfrm flipV="1">
            <a:off x="1486961" y="4035969"/>
            <a:ext cx="0" cy="1033387"/>
          </a:xfrm>
          <a:prstGeom prst="line">
            <a:avLst/>
          </a:prstGeom>
          <a:ln w="19050">
            <a:solidFill>
              <a:srgbClr val="52C9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36">
            <a:extLst>
              <a:ext uri="{FF2B5EF4-FFF2-40B4-BE49-F238E27FC236}">
                <a16:creationId xmlns:a16="http://schemas.microsoft.com/office/drawing/2014/main" id="{4166EA00-9C85-6259-DCF9-52E7093788E7}"/>
              </a:ext>
            </a:extLst>
          </p:cNvPr>
          <p:cNvSpPr/>
          <p:nvPr/>
        </p:nvSpPr>
        <p:spPr>
          <a:xfrm>
            <a:off x="1424840" y="5044223"/>
            <a:ext cx="124240" cy="124240"/>
          </a:xfrm>
          <a:prstGeom prst="ellipse">
            <a:avLst/>
          </a:pr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9DA641A6-1141-9B78-01B1-A6A7604DA54D}"/>
              </a:ext>
            </a:extLst>
          </p:cNvPr>
          <p:cNvSpPr txBox="1"/>
          <p:nvPr/>
        </p:nvSpPr>
        <p:spPr>
          <a:xfrm>
            <a:off x="-120125" y="2794791"/>
            <a:ext cx="3212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52C9BD"/>
                </a:solidFill>
                <a:latin typeface="Tw Cen MT" panose="020B0602020104020603" pitchFamily="34" charset="0"/>
              </a:rPr>
              <a:t>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890982A-E038-82F0-889E-B13175C2C481}"/>
              </a:ext>
            </a:extLst>
          </p:cNvPr>
          <p:cNvSpPr/>
          <p:nvPr/>
        </p:nvSpPr>
        <p:spPr>
          <a:xfrm rot="5400000">
            <a:off x="3265857" y="3229202"/>
            <a:ext cx="919162" cy="919162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13" name="Oval 49">
            <a:extLst>
              <a:ext uri="{FF2B5EF4-FFF2-40B4-BE49-F238E27FC236}">
                <a16:creationId xmlns:a16="http://schemas.microsoft.com/office/drawing/2014/main" id="{C6D63ED2-EB19-4151-0BCC-41FD137FCC32}"/>
              </a:ext>
            </a:extLst>
          </p:cNvPr>
          <p:cNvSpPr/>
          <p:nvPr/>
        </p:nvSpPr>
        <p:spPr>
          <a:xfrm>
            <a:off x="3630188" y="3593533"/>
            <a:ext cx="190500" cy="190500"/>
          </a:xfrm>
          <a:prstGeom prst="ellipse">
            <a:avLst/>
          </a:prstGeom>
          <a:solidFill>
            <a:srgbClr val="FEC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14" name="Circle: Hollow 53">
            <a:extLst>
              <a:ext uri="{FF2B5EF4-FFF2-40B4-BE49-F238E27FC236}">
                <a16:creationId xmlns:a16="http://schemas.microsoft.com/office/drawing/2014/main" id="{6221266B-8F91-AD85-D6E1-BED4BFA81B3F}"/>
              </a:ext>
            </a:extLst>
          </p:cNvPr>
          <p:cNvSpPr/>
          <p:nvPr/>
        </p:nvSpPr>
        <p:spPr>
          <a:xfrm>
            <a:off x="3511125" y="3474470"/>
            <a:ext cx="428626" cy="428626"/>
          </a:xfrm>
          <a:prstGeom prst="donut">
            <a:avLst>
              <a:gd name="adj" fmla="val 5281"/>
            </a:avLst>
          </a:prstGeom>
          <a:solidFill>
            <a:srgbClr val="FEC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15" name="Circle: Hollow 55">
            <a:extLst>
              <a:ext uri="{FF2B5EF4-FFF2-40B4-BE49-F238E27FC236}">
                <a16:creationId xmlns:a16="http://schemas.microsoft.com/office/drawing/2014/main" id="{CA1005F3-A66E-749E-3B1A-ABC550A08AF2}"/>
              </a:ext>
            </a:extLst>
          </p:cNvPr>
          <p:cNvSpPr/>
          <p:nvPr/>
        </p:nvSpPr>
        <p:spPr>
          <a:xfrm>
            <a:off x="3378253" y="3341598"/>
            <a:ext cx="694370" cy="694370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cxnSp>
        <p:nvCxnSpPr>
          <p:cNvPr id="16" name="Straight Connector 60">
            <a:extLst>
              <a:ext uri="{FF2B5EF4-FFF2-40B4-BE49-F238E27FC236}">
                <a16:creationId xmlns:a16="http://schemas.microsoft.com/office/drawing/2014/main" id="{73971177-438B-7823-0B35-3CDDDE655AA4}"/>
              </a:ext>
            </a:extLst>
          </p:cNvPr>
          <p:cNvCxnSpPr>
            <a:cxnSpLocks/>
          </p:cNvCxnSpPr>
          <p:nvPr/>
        </p:nvCxnSpPr>
        <p:spPr>
          <a:xfrm flipV="1">
            <a:off x="3725439" y="2308211"/>
            <a:ext cx="0" cy="1033387"/>
          </a:xfrm>
          <a:prstGeom prst="line">
            <a:avLst/>
          </a:prstGeom>
          <a:ln w="19050">
            <a:solidFill>
              <a:srgbClr val="FEC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65">
            <a:extLst>
              <a:ext uri="{FF2B5EF4-FFF2-40B4-BE49-F238E27FC236}">
                <a16:creationId xmlns:a16="http://schemas.microsoft.com/office/drawing/2014/main" id="{81A7D730-7594-FBF8-CF3E-7B55D2826663}"/>
              </a:ext>
            </a:extLst>
          </p:cNvPr>
          <p:cNvSpPr/>
          <p:nvPr/>
        </p:nvSpPr>
        <p:spPr>
          <a:xfrm>
            <a:off x="3663318" y="2261855"/>
            <a:ext cx="124240" cy="124240"/>
          </a:xfrm>
          <a:prstGeom prst="ellipse">
            <a:avLst/>
          </a:prstGeom>
          <a:solidFill>
            <a:srgbClr val="FEC6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18" name="TextBox 70">
            <a:extLst>
              <a:ext uri="{FF2B5EF4-FFF2-40B4-BE49-F238E27FC236}">
                <a16:creationId xmlns:a16="http://schemas.microsoft.com/office/drawing/2014/main" id="{33E60CD8-3EE4-7B09-EF8F-218C5F1EDE45}"/>
              </a:ext>
            </a:extLst>
          </p:cNvPr>
          <p:cNvSpPr txBox="1"/>
          <p:nvPr/>
        </p:nvSpPr>
        <p:spPr>
          <a:xfrm>
            <a:off x="2044186" y="4084045"/>
            <a:ext cx="31720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EC630"/>
                </a:solidFill>
                <a:latin typeface="Tw Cen MT" panose="020B0602020104020603" pitchFamily="34" charset="0"/>
              </a:rPr>
              <a:t>CONTEXTE ET PROBLEMATIQUE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8604A996-DCD0-46E5-10ED-C49277C27D10}"/>
              </a:ext>
            </a:extLst>
          </p:cNvPr>
          <p:cNvSpPr/>
          <p:nvPr/>
        </p:nvSpPr>
        <p:spPr>
          <a:xfrm>
            <a:off x="5519290" y="3229202"/>
            <a:ext cx="919162" cy="919162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21" name="Oval 73">
            <a:extLst>
              <a:ext uri="{FF2B5EF4-FFF2-40B4-BE49-F238E27FC236}">
                <a16:creationId xmlns:a16="http://schemas.microsoft.com/office/drawing/2014/main" id="{B7F8A252-756D-A4A9-CF9C-04506C6C0452}"/>
              </a:ext>
            </a:extLst>
          </p:cNvPr>
          <p:cNvSpPr/>
          <p:nvPr/>
        </p:nvSpPr>
        <p:spPr>
          <a:xfrm>
            <a:off x="5883621" y="3593533"/>
            <a:ext cx="190500" cy="190500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22" name="Circle: Hollow 74">
            <a:extLst>
              <a:ext uri="{FF2B5EF4-FFF2-40B4-BE49-F238E27FC236}">
                <a16:creationId xmlns:a16="http://schemas.microsoft.com/office/drawing/2014/main" id="{EA2DA581-BDEF-2510-D510-F9394EBD7171}"/>
              </a:ext>
            </a:extLst>
          </p:cNvPr>
          <p:cNvSpPr/>
          <p:nvPr/>
        </p:nvSpPr>
        <p:spPr>
          <a:xfrm>
            <a:off x="5764558" y="3474470"/>
            <a:ext cx="428626" cy="428626"/>
          </a:xfrm>
          <a:prstGeom prst="donut">
            <a:avLst>
              <a:gd name="adj" fmla="val 5281"/>
            </a:avLst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23" name="Circle: Hollow 75">
            <a:extLst>
              <a:ext uri="{FF2B5EF4-FFF2-40B4-BE49-F238E27FC236}">
                <a16:creationId xmlns:a16="http://schemas.microsoft.com/office/drawing/2014/main" id="{89B28627-8B91-FBEF-5942-DE43BE8B7F6D}"/>
              </a:ext>
            </a:extLst>
          </p:cNvPr>
          <p:cNvSpPr/>
          <p:nvPr/>
        </p:nvSpPr>
        <p:spPr>
          <a:xfrm>
            <a:off x="5631686" y="3341598"/>
            <a:ext cx="694370" cy="694370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cxnSp>
        <p:nvCxnSpPr>
          <p:cNvPr id="24" name="Straight Connector 76">
            <a:extLst>
              <a:ext uri="{FF2B5EF4-FFF2-40B4-BE49-F238E27FC236}">
                <a16:creationId xmlns:a16="http://schemas.microsoft.com/office/drawing/2014/main" id="{EB605B51-9C61-0231-5BF0-3CF963806F67}"/>
              </a:ext>
            </a:extLst>
          </p:cNvPr>
          <p:cNvCxnSpPr>
            <a:cxnSpLocks/>
          </p:cNvCxnSpPr>
          <p:nvPr/>
        </p:nvCxnSpPr>
        <p:spPr>
          <a:xfrm flipV="1">
            <a:off x="5978872" y="4035969"/>
            <a:ext cx="0" cy="1033387"/>
          </a:xfrm>
          <a:prstGeom prst="line">
            <a:avLst/>
          </a:prstGeom>
          <a:ln w="19050">
            <a:solidFill>
              <a:srgbClr val="FF59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77">
            <a:extLst>
              <a:ext uri="{FF2B5EF4-FFF2-40B4-BE49-F238E27FC236}">
                <a16:creationId xmlns:a16="http://schemas.microsoft.com/office/drawing/2014/main" id="{1143310E-E594-4340-F296-3E0D84F41A73}"/>
              </a:ext>
            </a:extLst>
          </p:cNvPr>
          <p:cNvSpPr/>
          <p:nvPr/>
        </p:nvSpPr>
        <p:spPr>
          <a:xfrm>
            <a:off x="5916751" y="5044223"/>
            <a:ext cx="124240" cy="124240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26" name="TextBox 78">
            <a:extLst>
              <a:ext uri="{FF2B5EF4-FFF2-40B4-BE49-F238E27FC236}">
                <a16:creationId xmlns:a16="http://schemas.microsoft.com/office/drawing/2014/main" id="{257067AF-A210-BE5F-16D5-E9527BBE129B}"/>
              </a:ext>
            </a:extLst>
          </p:cNvPr>
          <p:cNvSpPr txBox="1"/>
          <p:nvPr/>
        </p:nvSpPr>
        <p:spPr>
          <a:xfrm>
            <a:off x="4340220" y="2365837"/>
            <a:ext cx="3284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5969"/>
                </a:solidFill>
                <a:latin typeface="Tw Cen MT" panose="020B0602020104020603" pitchFamily="34" charset="0"/>
              </a:rPr>
              <a:t>PROPOSITION </a:t>
            </a:r>
          </a:p>
          <a:p>
            <a:pPr algn="ctr"/>
            <a:r>
              <a:rPr lang="en-US" sz="3200" b="1" dirty="0">
                <a:solidFill>
                  <a:srgbClr val="FF5969"/>
                </a:solidFill>
                <a:latin typeface="Tw Cen MT" panose="020B0602020104020603" pitchFamily="34" charset="0"/>
              </a:rPr>
              <a:t>DE SOLUTIONS</a:t>
            </a:r>
          </a:p>
        </p:txBody>
      </p:sp>
      <p:cxnSp>
        <p:nvCxnSpPr>
          <p:cNvPr id="28" name="Straight Connector 80">
            <a:extLst>
              <a:ext uri="{FF2B5EF4-FFF2-40B4-BE49-F238E27FC236}">
                <a16:creationId xmlns:a16="http://schemas.microsoft.com/office/drawing/2014/main" id="{DB2B7A11-2716-28A9-1DA6-DCF1D301234F}"/>
              </a:ext>
            </a:extLst>
          </p:cNvPr>
          <p:cNvCxnSpPr>
            <a:cxnSpLocks/>
          </p:cNvCxnSpPr>
          <p:nvPr/>
        </p:nvCxnSpPr>
        <p:spPr>
          <a:xfrm>
            <a:off x="547489" y="5905840"/>
            <a:ext cx="2048865" cy="0"/>
          </a:xfrm>
          <a:prstGeom prst="line">
            <a:avLst/>
          </a:prstGeom>
          <a:ln w="19050">
            <a:solidFill>
              <a:srgbClr val="52C9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81">
            <a:extLst>
              <a:ext uri="{FF2B5EF4-FFF2-40B4-BE49-F238E27FC236}">
                <a16:creationId xmlns:a16="http://schemas.microsoft.com/office/drawing/2014/main" id="{B1B47D97-81C2-2CE6-DCFD-D0D39AC7A91E}"/>
              </a:ext>
            </a:extLst>
          </p:cNvPr>
          <p:cNvCxnSpPr>
            <a:cxnSpLocks/>
          </p:cNvCxnSpPr>
          <p:nvPr/>
        </p:nvCxnSpPr>
        <p:spPr>
          <a:xfrm>
            <a:off x="5027437" y="5905840"/>
            <a:ext cx="2048865" cy="0"/>
          </a:xfrm>
          <a:prstGeom prst="line">
            <a:avLst/>
          </a:prstGeom>
          <a:ln w="19050">
            <a:solidFill>
              <a:srgbClr val="FF59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82">
            <a:extLst>
              <a:ext uri="{FF2B5EF4-FFF2-40B4-BE49-F238E27FC236}">
                <a16:creationId xmlns:a16="http://schemas.microsoft.com/office/drawing/2014/main" id="{C5D74A98-F361-61AC-7BAC-1817EEEE0296}"/>
              </a:ext>
            </a:extLst>
          </p:cNvPr>
          <p:cNvCxnSpPr>
            <a:cxnSpLocks/>
          </p:cNvCxnSpPr>
          <p:nvPr/>
        </p:nvCxnSpPr>
        <p:spPr>
          <a:xfrm>
            <a:off x="2684751" y="1528776"/>
            <a:ext cx="2048865" cy="0"/>
          </a:xfrm>
          <a:prstGeom prst="line">
            <a:avLst/>
          </a:prstGeom>
          <a:ln w="19050">
            <a:solidFill>
              <a:srgbClr val="FEC6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29">
            <a:extLst>
              <a:ext uri="{FF2B5EF4-FFF2-40B4-BE49-F238E27FC236}">
                <a16:creationId xmlns:a16="http://schemas.microsoft.com/office/drawing/2014/main" id="{D7D4103C-91FF-BF0F-205A-F3DD5BB1BA26}"/>
              </a:ext>
            </a:extLst>
          </p:cNvPr>
          <p:cNvCxnSpPr>
            <a:cxnSpLocks/>
            <a:endCxn id="40" idx="2"/>
          </p:cNvCxnSpPr>
          <p:nvPr/>
        </p:nvCxnSpPr>
        <p:spPr>
          <a:xfrm>
            <a:off x="8433887" y="3688783"/>
            <a:ext cx="209550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c 31">
            <a:extLst>
              <a:ext uri="{FF2B5EF4-FFF2-40B4-BE49-F238E27FC236}">
                <a16:creationId xmlns:a16="http://schemas.microsoft.com/office/drawing/2014/main" id="{3B2BF7EA-CD00-2D76-2B65-D191A3C57AA4}"/>
              </a:ext>
            </a:extLst>
          </p:cNvPr>
          <p:cNvSpPr/>
          <p:nvPr/>
        </p:nvSpPr>
        <p:spPr>
          <a:xfrm rot="5400000">
            <a:off x="7911623" y="3229202"/>
            <a:ext cx="919162" cy="919162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33" name="Oval 49">
            <a:extLst>
              <a:ext uri="{FF2B5EF4-FFF2-40B4-BE49-F238E27FC236}">
                <a16:creationId xmlns:a16="http://schemas.microsoft.com/office/drawing/2014/main" id="{8C573508-2150-5BC2-402F-B4A7CBB7E19E}"/>
              </a:ext>
            </a:extLst>
          </p:cNvPr>
          <p:cNvSpPr/>
          <p:nvPr/>
        </p:nvSpPr>
        <p:spPr>
          <a:xfrm>
            <a:off x="8275954" y="3593533"/>
            <a:ext cx="190500" cy="190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34" name="Circle: Hollow 53">
            <a:extLst>
              <a:ext uri="{FF2B5EF4-FFF2-40B4-BE49-F238E27FC236}">
                <a16:creationId xmlns:a16="http://schemas.microsoft.com/office/drawing/2014/main" id="{5D97BBE2-C39E-F814-CBBE-FAA109D38AF2}"/>
              </a:ext>
            </a:extLst>
          </p:cNvPr>
          <p:cNvSpPr/>
          <p:nvPr/>
        </p:nvSpPr>
        <p:spPr>
          <a:xfrm>
            <a:off x="8156891" y="3474470"/>
            <a:ext cx="428626" cy="428626"/>
          </a:xfrm>
          <a:prstGeom prst="donut">
            <a:avLst>
              <a:gd name="adj" fmla="val 528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35" name="Circle: Hollow 55">
            <a:extLst>
              <a:ext uri="{FF2B5EF4-FFF2-40B4-BE49-F238E27FC236}">
                <a16:creationId xmlns:a16="http://schemas.microsoft.com/office/drawing/2014/main" id="{CD236F70-5553-5382-AE7D-87062484489B}"/>
              </a:ext>
            </a:extLst>
          </p:cNvPr>
          <p:cNvSpPr/>
          <p:nvPr/>
        </p:nvSpPr>
        <p:spPr>
          <a:xfrm>
            <a:off x="8024019" y="3341598"/>
            <a:ext cx="694370" cy="694370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cxnSp>
        <p:nvCxnSpPr>
          <p:cNvPr id="36" name="Straight Connector 60">
            <a:extLst>
              <a:ext uri="{FF2B5EF4-FFF2-40B4-BE49-F238E27FC236}">
                <a16:creationId xmlns:a16="http://schemas.microsoft.com/office/drawing/2014/main" id="{4F115FA1-EC6A-A135-D4D7-C906BEE7EEF5}"/>
              </a:ext>
            </a:extLst>
          </p:cNvPr>
          <p:cNvCxnSpPr>
            <a:cxnSpLocks/>
          </p:cNvCxnSpPr>
          <p:nvPr/>
        </p:nvCxnSpPr>
        <p:spPr>
          <a:xfrm flipV="1">
            <a:off x="8371205" y="2308211"/>
            <a:ext cx="0" cy="1033387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65">
            <a:extLst>
              <a:ext uri="{FF2B5EF4-FFF2-40B4-BE49-F238E27FC236}">
                <a16:creationId xmlns:a16="http://schemas.microsoft.com/office/drawing/2014/main" id="{798C7C67-1771-9E30-C648-E25C76101520}"/>
              </a:ext>
            </a:extLst>
          </p:cNvPr>
          <p:cNvSpPr/>
          <p:nvPr/>
        </p:nvSpPr>
        <p:spPr>
          <a:xfrm>
            <a:off x="8309084" y="2261855"/>
            <a:ext cx="124240" cy="1242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84577938-7E18-FB2F-70FF-BFA7ACBB0467}"/>
              </a:ext>
            </a:extLst>
          </p:cNvPr>
          <p:cNvSpPr/>
          <p:nvPr/>
        </p:nvSpPr>
        <p:spPr>
          <a:xfrm>
            <a:off x="10165056" y="3229202"/>
            <a:ext cx="919162" cy="919162"/>
          </a:xfrm>
          <a:prstGeom prst="arc">
            <a:avLst>
              <a:gd name="adj1" fmla="val 5420354"/>
              <a:gd name="adj2" fmla="val 10853341"/>
            </a:avLst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40" name="Oval 73">
            <a:extLst>
              <a:ext uri="{FF2B5EF4-FFF2-40B4-BE49-F238E27FC236}">
                <a16:creationId xmlns:a16="http://schemas.microsoft.com/office/drawing/2014/main" id="{2B80CED9-CC47-5940-FBE4-A0A62C65924C}"/>
              </a:ext>
            </a:extLst>
          </p:cNvPr>
          <p:cNvSpPr/>
          <p:nvPr/>
        </p:nvSpPr>
        <p:spPr>
          <a:xfrm>
            <a:off x="10529387" y="3593533"/>
            <a:ext cx="190500" cy="190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41" name="Circle: Hollow 74">
            <a:extLst>
              <a:ext uri="{FF2B5EF4-FFF2-40B4-BE49-F238E27FC236}">
                <a16:creationId xmlns:a16="http://schemas.microsoft.com/office/drawing/2014/main" id="{DD9705E4-FCA9-364F-8AAC-C53DFD7F38D9}"/>
              </a:ext>
            </a:extLst>
          </p:cNvPr>
          <p:cNvSpPr/>
          <p:nvPr/>
        </p:nvSpPr>
        <p:spPr>
          <a:xfrm>
            <a:off x="10410324" y="3474470"/>
            <a:ext cx="428626" cy="428626"/>
          </a:xfrm>
          <a:prstGeom prst="donut">
            <a:avLst>
              <a:gd name="adj" fmla="val 528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sp>
        <p:nvSpPr>
          <p:cNvPr id="42" name="Circle: Hollow 75">
            <a:extLst>
              <a:ext uri="{FF2B5EF4-FFF2-40B4-BE49-F238E27FC236}">
                <a16:creationId xmlns:a16="http://schemas.microsoft.com/office/drawing/2014/main" id="{60622734-9DBF-59EB-D5B0-8459080D8071}"/>
              </a:ext>
            </a:extLst>
          </p:cNvPr>
          <p:cNvSpPr/>
          <p:nvPr/>
        </p:nvSpPr>
        <p:spPr>
          <a:xfrm>
            <a:off x="10277452" y="3341598"/>
            <a:ext cx="694370" cy="694370"/>
          </a:xfrm>
          <a:prstGeom prst="donut">
            <a:avLst>
              <a:gd name="adj" fmla="val 2879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tx1"/>
              </a:solidFill>
              <a:latin typeface="Tw Cen MT" panose="020B0602020104020603" pitchFamily="34" charset="0"/>
            </a:endParaRPr>
          </a:p>
        </p:txBody>
      </p:sp>
      <p:cxnSp>
        <p:nvCxnSpPr>
          <p:cNvPr id="43" name="Straight Connector 76">
            <a:extLst>
              <a:ext uri="{FF2B5EF4-FFF2-40B4-BE49-F238E27FC236}">
                <a16:creationId xmlns:a16="http://schemas.microsoft.com/office/drawing/2014/main" id="{6479E943-DA8D-CA67-79EC-11AF4E319F29}"/>
              </a:ext>
            </a:extLst>
          </p:cNvPr>
          <p:cNvCxnSpPr>
            <a:cxnSpLocks/>
          </p:cNvCxnSpPr>
          <p:nvPr/>
        </p:nvCxnSpPr>
        <p:spPr>
          <a:xfrm flipV="1">
            <a:off x="10624638" y="4035969"/>
            <a:ext cx="0" cy="1033387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77">
            <a:extLst>
              <a:ext uri="{FF2B5EF4-FFF2-40B4-BE49-F238E27FC236}">
                <a16:creationId xmlns:a16="http://schemas.microsoft.com/office/drawing/2014/main" id="{CA9DEC80-DFED-E50D-0367-026E808CF45A}"/>
              </a:ext>
            </a:extLst>
          </p:cNvPr>
          <p:cNvSpPr/>
          <p:nvPr/>
        </p:nvSpPr>
        <p:spPr>
          <a:xfrm>
            <a:off x="10562517" y="5044223"/>
            <a:ext cx="124240" cy="12424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latin typeface="Tw Cen MT" panose="020B0602020104020603" pitchFamily="34" charset="0"/>
            </a:endParaRPr>
          </a:p>
        </p:txBody>
      </p:sp>
      <p:sp>
        <p:nvSpPr>
          <p:cNvPr id="45" name="TextBox 78">
            <a:extLst>
              <a:ext uri="{FF2B5EF4-FFF2-40B4-BE49-F238E27FC236}">
                <a16:creationId xmlns:a16="http://schemas.microsoft.com/office/drawing/2014/main" id="{1C9B2C00-A493-3581-61BD-6E6D920E0AA0}"/>
              </a:ext>
            </a:extLst>
          </p:cNvPr>
          <p:cNvSpPr txBox="1"/>
          <p:nvPr/>
        </p:nvSpPr>
        <p:spPr>
          <a:xfrm>
            <a:off x="8823591" y="2365837"/>
            <a:ext cx="32847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5"/>
                </a:solidFill>
                <a:latin typeface="Tw Cen MT" panose="020B0602020104020603" pitchFamily="34" charset="0"/>
              </a:rPr>
              <a:t>TEST ET RESULTATS</a:t>
            </a:r>
          </a:p>
        </p:txBody>
      </p:sp>
      <p:cxnSp>
        <p:nvCxnSpPr>
          <p:cNvPr id="47" name="Straight Connector 81">
            <a:extLst>
              <a:ext uri="{FF2B5EF4-FFF2-40B4-BE49-F238E27FC236}">
                <a16:creationId xmlns:a16="http://schemas.microsoft.com/office/drawing/2014/main" id="{A1438655-1595-FA5B-093B-3E679E608C0B}"/>
              </a:ext>
            </a:extLst>
          </p:cNvPr>
          <p:cNvCxnSpPr>
            <a:cxnSpLocks/>
          </p:cNvCxnSpPr>
          <p:nvPr/>
        </p:nvCxnSpPr>
        <p:spPr>
          <a:xfrm>
            <a:off x="9673203" y="5905840"/>
            <a:ext cx="2048865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82">
            <a:extLst>
              <a:ext uri="{FF2B5EF4-FFF2-40B4-BE49-F238E27FC236}">
                <a16:creationId xmlns:a16="http://schemas.microsoft.com/office/drawing/2014/main" id="{7D18EC57-C442-919B-69CF-1E89B51D4D2D}"/>
              </a:ext>
            </a:extLst>
          </p:cNvPr>
          <p:cNvCxnSpPr>
            <a:cxnSpLocks/>
          </p:cNvCxnSpPr>
          <p:nvPr/>
        </p:nvCxnSpPr>
        <p:spPr>
          <a:xfrm>
            <a:off x="7330517" y="1528776"/>
            <a:ext cx="204886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29">
            <a:extLst>
              <a:ext uri="{FF2B5EF4-FFF2-40B4-BE49-F238E27FC236}">
                <a16:creationId xmlns:a16="http://schemas.microsoft.com/office/drawing/2014/main" id="{10EC54A1-9086-E761-342F-64F0178E465F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061391" y="3688783"/>
            <a:ext cx="2214563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70">
            <a:extLst>
              <a:ext uri="{FF2B5EF4-FFF2-40B4-BE49-F238E27FC236}">
                <a16:creationId xmlns:a16="http://schemas.microsoft.com/office/drawing/2014/main" id="{1596A303-2C95-D691-DBBE-1291BD2B4EBB}"/>
              </a:ext>
            </a:extLst>
          </p:cNvPr>
          <p:cNvSpPr txBox="1"/>
          <p:nvPr/>
        </p:nvSpPr>
        <p:spPr>
          <a:xfrm>
            <a:off x="6777872" y="3998346"/>
            <a:ext cx="3172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sp>
        <p:nvSpPr>
          <p:cNvPr id="51" name="TextBox 70">
            <a:extLst>
              <a:ext uri="{FF2B5EF4-FFF2-40B4-BE49-F238E27FC236}">
                <a16:creationId xmlns:a16="http://schemas.microsoft.com/office/drawing/2014/main" id="{4453B63D-D74D-B34B-31E9-8BEAE2CCC7D5}"/>
              </a:ext>
            </a:extLst>
          </p:cNvPr>
          <p:cNvSpPr txBox="1"/>
          <p:nvPr/>
        </p:nvSpPr>
        <p:spPr>
          <a:xfrm>
            <a:off x="4392869" y="6092246"/>
            <a:ext cx="31720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w Cen MT" panose="020B0602020104020603" pitchFamily="34" charset="0"/>
              </a:rPr>
              <a:t>CONCLUSION</a:t>
            </a:r>
          </a:p>
        </p:txBody>
      </p:sp>
      <p:cxnSp>
        <p:nvCxnSpPr>
          <p:cNvPr id="52" name="Straight Connector 29">
            <a:extLst>
              <a:ext uri="{FF2B5EF4-FFF2-40B4-BE49-F238E27FC236}">
                <a16:creationId xmlns:a16="http://schemas.microsoft.com/office/drawing/2014/main" id="{CF42F4CB-63DD-F863-7224-0C3B666B496F}"/>
              </a:ext>
            </a:extLst>
          </p:cNvPr>
          <p:cNvCxnSpPr>
            <a:cxnSpLocks/>
          </p:cNvCxnSpPr>
          <p:nvPr/>
        </p:nvCxnSpPr>
        <p:spPr>
          <a:xfrm>
            <a:off x="4860235" y="6658602"/>
            <a:ext cx="230015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83">
            <a:extLst>
              <a:ext uri="{FF2B5EF4-FFF2-40B4-BE49-F238E27FC236}">
                <a16:creationId xmlns:a16="http://schemas.microsoft.com/office/drawing/2014/main" id="{EFEF83D5-6C69-4917-2D74-04D4DF5EF4C7}"/>
              </a:ext>
            </a:extLst>
          </p:cNvPr>
          <p:cNvGrpSpPr/>
          <p:nvPr/>
        </p:nvGrpSpPr>
        <p:grpSpPr>
          <a:xfrm>
            <a:off x="3303521" y="76354"/>
            <a:ext cx="5496695" cy="988887"/>
            <a:chOff x="3200263" y="183052"/>
            <a:chExt cx="5496695" cy="939243"/>
          </a:xfrm>
        </p:grpSpPr>
        <p:sp>
          <p:nvSpPr>
            <p:cNvPr id="55" name="TextBox 84">
              <a:extLst>
                <a:ext uri="{FF2B5EF4-FFF2-40B4-BE49-F238E27FC236}">
                  <a16:creationId xmlns:a16="http://schemas.microsoft.com/office/drawing/2014/main" id="{8A03D223-7A2A-23B0-BEAB-EC246289E5AE}"/>
                </a:ext>
              </a:extLst>
            </p:cNvPr>
            <p:cNvSpPr txBox="1"/>
            <p:nvPr/>
          </p:nvSpPr>
          <p:spPr>
            <a:xfrm>
              <a:off x="3530261" y="183052"/>
              <a:ext cx="48366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52CBBE"/>
                  </a:solidFill>
                  <a:latin typeface="Tw Cen MT" panose="020B0602020104020603" pitchFamily="34" charset="0"/>
                </a:rPr>
                <a:t>PLAN</a:t>
              </a:r>
            </a:p>
          </p:txBody>
        </p:sp>
        <p:sp>
          <p:nvSpPr>
            <p:cNvPr id="56" name="TextBox 85">
              <a:extLst>
                <a:ext uri="{FF2B5EF4-FFF2-40B4-BE49-F238E27FC236}">
                  <a16:creationId xmlns:a16="http://schemas.microsoft.com/office/drawing/2014/main" id="{97888AD4-302B-97AC-9012-3619C254D213}"/>
                </a:ext>
              </a:extLst>
            </p:cNvPr>
            <p:cNvSpPr txBox="1"/>
            <p:nvPr/>
          </p:nvSpPr>
          <p:spPr>
            <a:xfrm>
              <a:off x="3200263" y="800737"/>
              <a:ext cx="5496695" cy="3215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Nous </a:t>
              </a:r>
              <a:r>
                <a:rPr lang="en-US" sz="16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avons</a:t>
              </a: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sz="16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là</a:t>
              </a: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 un brief apercu de </a:t>
              </a:r>
              <a:r>
                <a:rPr lang="en-US" sz="16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notre</a:t>
              </a:r>
              <a:r>
                <a:rPr lang="en-US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 plan de </a:t>
              </a:r>
              <a:r>
                <a:rPr lang="en-US" sz="16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</a:rPr>
                <a:t>prentation</a:t>
              </a: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9821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50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90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5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40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4500"/>
                            </p:stCondLst>
                            <p:childTnLst>
                              <p:par>
                                <p:cTn id="1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7000"/>
                            </p:stCondLst>
                            <p:childTnLst>
                              <p:par>
                                <p:cTn id="2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7500"/>
                            </p:stCondLst>
                            <p:childTnLst>
                              <p:par>
                                <p:cTn id="2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8000"/>
                            </p:stCondLst>
                            <p:childTnLst>
                              <p:par>
                                <p:cTn id="2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8500"/>
                            </p:stCondLst>
                            <p:childTnLst>
                              <p:par>
                                <p:cTn id="2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9000"/>
                            </p:stCondLst>
                            <p:childTnLst>
                              <p:par>
                                <p:cTn id="2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19500"/>
                            </p:stCondLst>
                            <p:childTnLst>
                              <p:par>
                                <p:cTn id="2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20000"/>
                            </p:stCondLst>
                            <p:childTnLst>
                              <p:par>
                                <p:cTn id="2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/>
      <p:bldP spid="12" grpId="0" animBg="1"/>
      <p:bldP spid="13" grpId="0" animBg="1"/>
      <p:bldP spid="14" grpId="0" animBg="1"/>
      <p:bldP spid="15" grpId="0" animBg="1"/>
      <p:bldP spid="17" grpId="0" animBg="1"/>
      <p:bldP spid="18" grpId="0"/>
      <p:bldP spid="20" grpId="0" animBg="1"/>
      <p:bldP spid="21" grpId="0" animBg="1"/>
      <p:bldP spid="22" grpId="0" animBg="1"/>
      <p:bldP spid="23" grpId="0" animBg="1"/>
      <p:bldP spid="25" grpId="0" animBg="1"/>
      <p:bldP spid="26" grpId="0"/>
      <p:bldP spid="32" grpId="0" animBg="1"/>
      <p:bldP spid="33" grpId="0" animBg="1"/>
      <p:bldP spid="34" grpId="0" animBg="1"/>
      <p:bldP spid="35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6547E-3365-9192-7B69-736E5EA0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145">
            <a:extLst>
              <a:ext uri="{FF2B5EF4-FFF2-40B4-BE49-F238E27FC236}">
                <a16:creationId xmlns:a16="http://schemas.microsoft.com/office/drawing/2014/main" id="{49BFA409-19F5-5EBF-0E2B-70D96120EC10}"/>
              </a:ext>
            </a:extLst>
          </p:cNvPr>
          <p:cNvSpPr/>
          <p:nvPr/>
        </p:nvSpPr>
        <p:spPr>
          <a:xfrm>
            <a:off x="-29202" y="-10335623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68">
            <a:extLst>
              <a:ext uri="{FF2B5EF4-FFF2-40B4-BE49-F238E27FC236}">
                <a16:creationId xmlns:a16="http://schemas.microsoft.com/office/drawing/2014/main" id="{7B2AF27A-EBAD-FC0C-D23C-047D5DE840CD}"/>
              </a:ext>
            </a:extLst>
          </p:cNvPr>
          <p:cNvSpPr txBox="1"/>
          <p:nvPr/>
        </p:nvSpPr>
        <p:spPr>
          <a:xfrm rot="16200000">
            <a:off x="-1248926" y="2984552"/>
            <a:ext cx="3289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INTRODUCTION</a:t>
            </a:r>
          </a:p>
        </p:txBody>
      </p:sp>
      <p:grpSp>
        <p:nvGrpSpPr>
          <p:cNvPr id="32" name="Group 136">
            <a:extLst>
              <a:ext uri="{FF2B5EF4-FFF2-40B4-BE49-F238E27FC236}">
                <a16:creationId xmlns:a16="http://schemas.microsoft.com/office/drawing/2014/main" id="{5CEAB1F1-ABB8-E0C1-61F2-C169FBB473DA}"/>
              </a:ext>
            </a:extLst>
          </p:cNvPr>
          <p:cNvGrpSpPr/>
          <p:nvPr/>
        </p:nvGrpSpPr>
        <p:grpSpPr>
          <a:xfrm>
            <a:off x="620721" y="452912"/>
            <a:ext cx="828000" cy="828000"/>
            <a:chOff x="-846043" y="136827"/>
            <a:chExt cx="828000" cy="828000"/>
          </a:xfrm>
          <a:gradFill flip="none" rotWithShape="1">
            <a:gsLst>
              <a:gs pos="0">
                <a:srgbClr val="FF5969">
                  <a:tint val="66000"/>
                  <a:satMod val="160000"/>
                </a:srgbClr>
              </a:gs>
              <a:gs pos="50000">
                <a:srgbClr val="FF5969">
                  <a:tint val="44500"/>
                  <a:satMod val="160000"/>
                </a:srgbClr>
              </a:gs>
              <a:gs pos="100000">
                <a:srgbClr val="FF5969">
                  <a:tint val="23500"/>
                  <a:satMod val="160000"/>
                </a:srgbClr>
              </a:gs>
            </a:gsLst>
            <a:lin ang="0" scaled="1"/>
            <a:tileRect/>
          </a:gradFill>
        </p:grpSpPr>
        <p:sp>
          <p:nvSpPr>
            <p:cNvPr id="33" name="Oval 137">
              <a:extLst>
                <a:ext uri="{FF2B5EF4-FFF2-40B4-BE49-F238E27FC236}">
                  <a16:creationId xmlns:a16="http://schemas.microsoft.com/office/drawing/2014/main" id="{7CAB1391-E465-99D3-4BAB-33FC200DE10E}"/>
                </a:ext>
              </a:extLst>
            </p:cNvPr>
            <p:cNvSpPr/>
            <p:nvPr/>
          </p:nvSpPr>
          <p:spPr>
            <a:xfrm>
              <a:off x="-846043" y="13682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4" name="Picture 138">
              <a:extLst>
                <a:ext uri="{FF2B5EF4-FFF2-40B4-BE49-F238E27FC236}">
                  <a16:creationId xmlns:a16="http://schemas.microsoft.com/office/drawing/2014/main" id="{20E5101F-659A-6146-30B5-EE5F10886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3136" y="213904"/>
              <a:ext cx="664590" cy="664590"/>
            </a:xfrm>
            <a:prstGeom prst="rect">
              <a:avLst/>
            </a:prstGeom>
            <a:grpFill/>
          </p:spPr>
        </p:pic>
      </p:grpSp>
      <p:grpSp>
        <p:nvGrpSpPr>
          <p:cNvPr id="35" name="Group 4">
            <a:extLst>
              <a:ext uri="{FF2B5EF4-FFF2-40B4-BE49-F238E27FC236}">
                <a16:creationId xmlns:a16="http://schemas.microsoft.com/office/drawing/2014/main" id="{4F7A074B-2499-A39B-B91D-EA96E63194CC}"/>
              </a:ext>
            </a:extLst>
          </p:cNvPr>
          <p:cNvGrpSpPr/>
          <p:nvPr/>
        </p:nvGrpSpPr>
        <p:grpSpPr>
          <a:xfrm>
            <a:off x="-1408220" y="3959039"/>
            <a:ext cx="828000" cy="828000"/>
            <a:chOff x="-846043" y="3948343"/>
            <a:chExt cx="828000" cy="828000"/>
          </a:xfrm>
        </p:grpSpPr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77C6E01E-4F84-D5BD-8E8B-BFCDF1161C23}"/>
                </a:ext>
              </a:extLst>
            </p:cNvPr>
            <p:cNvSpPr/>
            <p:nvPr/>
          </p:nvSpPr>
          <p:spPr>
            <a:xfrm>
              <a:off x="-846043" y="3948343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7" name="Picture 6">
              <a:extLst>
                <a:ext uri="{FF2B5EF4-FFF2-40B4-BE49-F238E27FC236}">
                  <a16:creationId xmlns:a16="http://schemas.microsoft.com/office/drawing/2014/main" id="{6987B508-D696-F3A5-123D-ED310E2E6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8" y="4017799"/>
              <a:ext cx="668757" cy="668757"/>
            </a:xfrm>
            <a:prstGeom prst="rect">
              <a:avLst/>
            </a:prstGeom>
          </p:spPr>
        </p:pic>
      </p:grpSp>
      <p:grpSp>
        <p:nvGrpSpPr>
          <p:cNvPr id="38" name="Group 7">
            <a:extLst>
              <a:ext uri="{FF2B5EF4-FFF2-40B4-BE49-F238E27FC236}">
                <a16:creationId xmlns:a16="http://schemas.microsoft.com/office/drawing/2014/main" id="{67C1E25D-803D-B8DC-0BF5-B8007B6D5759}"/>
              </a:ext>
            </a:extLst>
          </p:cNvPr>
          <p:cNvGrpSpPr/>
          <p:nvPr/>
        </p:nvGrpSpPr>
        <p:grpSpPr>
          <a:xfrm>
            <a:off x="-1329277" y="2996396"/>
            <a:ext cx="828000" cy="828000"/>
            <a:chOff x="-846043" y="2989694"/>
            <a:chExt cx="828000" cy="828000"/>
          </a:xfrm>
        </p:grpSpPr>
        <p:sp>
          <p:nvSpPr>
            <p:cNvPr id="39" name="Oval 8">
              <a:extLst>
                <a:ext uri="{FF2B5EF4-FFF2-40B4-BE49-F238E27FC236}">
                  <a16:creationId xmlns:a16="http://schemas.microsoft.com/office/drawing/2014/main" id="{94E4DCFE-E88A-9A3B-9BDC-E7AD850D1F64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0" name="Picture 9">
              <a:extLst>
                <a:ext uri="{FF2B5EF4-FFF2-40B4-BE49-F238E27FC236}">
                  <a16:creationId xmlns:a16="http://schemas.microsoft.com/office/drawing/2014/main" id="{E7F6BD5A-50F9-FA2C-54A8-7D653E375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</p:spPr>
        </p:pic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54704D61-FC9E-6547-DDC7-74837F247E7F}"/>
              </a:ext>
            </a:extLst>
          </p:cNvPr>
          <p:cNvGrpSpPr/>
          <p:nvPr/>
        </p:nvGrpSpPr>
        <p:grpSpPr>
          <a:xfrm>
            <a:off x="-1390177" y="4921682"/>
            <a:ext cx="828000" cy="828000"/>
            <a:chOff x="-828000" y="4906992"/>
            <a:chExt cx="828000" cy="828000"/>
          </a:xfrm>
        </p:grpSpPr>
        <p:sp>
          <p:nvSpPr>
            <p:cNvPr id="42" name="Oval 11">
              <a:extLst>
                <a:ext uri="{FF2B5EF4-FFF2-40B4-BE49-F238E27FC236}">
                  <a16:creationId xmlns:a16="http://schemas.microsoft.com/office/drawing/2014/main" id="{96376047-44E2-6497-6701-9735E8ED55B2}"/>
                </a:ext>
              </a:extLst>
            </p:cNvPr>
            <p:cNvSpPr/>
            <p:nvPr/>
          </p:nvSpPr>
          <p:spPr>
            <a:xfrm>
              <a:off x="-828000" y="4906992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8E161BF1-0FC7-DFC0-2514-4161CDF9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5018228"/>
              <a:ext cx="621349" cy="621349"/>
            </a:xfrm>
            <a:prstGeom prst="rect">
              <a:avLst/>
            </a:prstGeom>
          </p:spPr>
        </p:pic>
      </p:grpSp>
      <p:grpSp>
        <p:nvGrpSpPr>
          <p:cNvPr id="47" name="Group 19">
            <a:extLst>
              <a:ext uri="{FF2B5EF4-FFF2-40B4-BE49-F238E27FC236}">
                <a16:creationId xmlns:a16="http://schemas.microsoft.com/office/drawing/2014/main" id="{AA0D075A-C021-C135-C9DA-2C462ED3BD9D}"/>
              </a:ext>
            </a:extLst>
          </p:cNvPr>
          <p:cNvGrpSpPr/>
          <p:nvPr/>
        </p:nvGrpSpPr>
        <p:grpSpPr>
          <a:xfrm>
            <a:off x="-1408220" y="5884325"/>
            <a:ext cx="828000" cy="828000"/>
            <a:chOff x="-828000" y="5845311"/>
            <a:chExt cx="828000" cy="828000"/>
          </a:xfrm>
        </p:grpSpPr>
        <p:sp>
          <p:nvSpPr>
            <p:cNvPr id="48" name="Oval 20">
              <a:extLst>
                <a:ext uri="{FF2B5EF4-FFF2-40B4-BE49-F238E27FC236}">
                  <a16:creationId xmlns:a16="http://schemas.microsoft.com/office/drawing/2014/main" id="{7D0E1685-9028-4AA3-FC39-559A2CE2ACA4}"/>
                </a:ext>
              </a:extLst>
            </p:cNvPr>
            <p:cNvSpPr/>
            <p:nvPr/>
          </p:nvSpPr>
          <p:spPr>
            <a:xfrm>
              <a:off x="-828000" y="5845311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9" name="Picture 21">
              <a:extLst>
                <a:ext uri="{FF2B5EF4-FFF2-40B4-BE49-F238E27FC236}">
                  <a16:creationId xmlns:a16="http://schemas.microsoft.com/office/drawing/2014/main" id="{977E50BF-7E8C-2A01-F824-A9A73ABD0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014" y="5965291"/>
              <a:ext cx="604381" cy="604381"/>
            </a:xfrm>
            <a:prstGeom prst="rect">
              <a:avLst/>
            </a:prstGeom>
          </p:spPr>
        </p:pic>
      </p:grpSp>
      <p:grpSp>
        <p:nvGrpSpPr>
          <p:cNvPr id="50" name="Group 22">
            <a:extLst>
              <a:ext uri="{FF2B5EF4-FFF2-40B4-BE49-F238E27FC236}">
                <a16:creationId xmlns:a16="http://schemas.microsoft.com/office/drawing/2014/main" id="{6D300A39-6A15-C0E3-BC91-C9230E6D9366}"/>
              </a:ext>
            </a:extLst>
          </p:cNvPr>
          <p:cNvGrpSpPr/>
          <p:nvPr/>
        </p:nvGrpSpPr>
        <p:grpSpPr>
          <a:xfrm>
            <a:off x="-1298333" y="2066675"/>
            <a:ext cx="828000" cy="828000"/>
            <a:chOff x="-846043" y="2028997"/>
            <a:chExt cx="828000" cy="828000"/>
          </a:xfrm>
          <a:solidFill>
            <a:schemeClr val="bg1"/>
          </a:solidFill>
        </p:grpSpPr>
        <p:sp>
          <p:nvSpPr>
            <p:cNvPr id="51" name="Oval 23">
              <a:extLst>
                <a:ext uri="{FF2B5EF4-FFF2-40B4-BE49-F238E27FC236}">
                  <a16:creationId xmlns:a16="http://schemas.microsoft.com/office/drawing/2014/main" id="{39F464C8-10DA-8155-900E-8053A3E51D5F}"/>
                </a:ext>
              </a:extLst>
            </p:cNvPr>
            <p:cNvSpPr/>
            <p:nvPr/>
          </p:nvSpPr>
          <p:spPr>
            <a:xfrm>
              <a:off x="-846043" y="202899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52" name="Picture 24">
              <a:extLst>
                <a:ext uri="{FF2B5EF4-FFF2-40B4-BE49-F238E27FC236}">
                  <a16:creationId xmlns:a16="http://schemas.microsoft.com/office/drawing/2014/main" id="{C00F9B1A-3632-EA45-1C90-350456E03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6157" y="2154633"/>
              <a:ext cx="608227" cy="608227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53" name="Image 52">
            <a:extLst>
              <a:ext uri="{FF2B5EF4-FFF2-40B4-BE49-F238E27FC236}">
                <a16:creationId xmlns:a16="http://schemas.microsoft.com/office/drawing/2014/main" id="{4BFCD7F2-FEC7-76EE-0329-5AFEE7CA21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147" y="593121"/>
            <a:ext cx="4517758" cy="34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A16FA5FF-7A6C-0653-AAE8-C39EFEF4DC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312" y="810831"/>
            <a:ext cx="4693188" cy="3152128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TextBox 37">
            <a:extLst>
              <a:ext uri="{FF2B5EF4-FFF2-40B4-BE49-F238E27FC236}">
                <a16:creationId xmlns:a16="http://schemas.microsoft.com/office/drawing/2014/main" id="{954C3E03-C042-A2C5-7216-84BFA12C2FB5}"/>
              </a:ext>
            </a:extLst>
          </p:cNvPr>
          <p:cNvSpPr txBox="1"/>
          <p:nvPr/>
        </p:nvSpPr>
        <p:spPr>
          <a:xfrm>
            <a:off x="4724484" y="4041696"/>
            <a:ext cx="424510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Services: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fr-FR" sz="1400" dirty="0"/>
              <a:t>Conception et réalisation des applications web, mobiles et de bureau ;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fr-FR" sz="1400" dirty="0"/>
              <a:t>Administration des réseaux informatiques ;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fr-FR" sz="1400" dirty="0"/>
              <a:t>Formation à la conception et développement logiciel 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fr-FR" sz="1400" dirty="0"/>
              <a:t>Formation en administration réseaux ;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fr-FR" sz="1400" dirty="0"/>
              <a:t>Maintenance informatique ;</a:t>
            </a:r>
          </a:p>
          <a:p>
            <a:pPr marL="285750" lvl="0" indent="-285750" algn="just">
              <a:buFont typeface="Wingdings" panose="05000000000000000000" pitchFamily="2" charset="2"/>
              <a:buChar char="Ø"/>
            </a:pPr>
            <a:r>
              <a:rPr lang="fr-FR" sz="1400" dirty="0"/>
              <a:t>Infographie</a:t>
            </a:r>
          </a:p>
          <a:p>
            <a:endParaRPr lang="en-US" sz="1800" u="sng" dirty="0">
              <a:ln w="0"/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Group 49">
            <a:extLst>
              <a:ext uri="{FF2B5EF4-FFF2-40B4-BE49-F238E27FC236}">
                <a16:creationId xmlns:a16="http://schemas.microsoft.com/office/drawing/2014/main" id="{F80D994E-FE97-A82C-4C33-00F02F0D6EE7}"/>
              </a:ext>
            </a:extLst>
          </p:cNvPr>
          <p:cNvGrpSpPr/>
          <p:nvPr/>
        </p:nvGrpSpPr>
        <p:grpSpPr>
          <a:xfrm>
            <a:off x="4426362" y="989619"/>
            <a:ext cx="3612623" cy="2552702"/>
            <a:chOff x="1494518" y="2209800"/>
            <a:chExt cx="1591582" cy="1866900"/>
          </a:xfrm>
        </p:grpSpPr>
        <p:sp>
          <p:nvSpPr>
            <p:cNvPr id="60" name="Rectangle: Top Corners Rounded 53">
              <a:extLst>
                <a:ext uri="{FF2B5EF4-FFF2-40B4-BE49-F238E27FC236}">
                  <a16:creationId xmlns:a16="http://schemas.microsoft.com/office/drawing/2014/main" id="{2EC1288D-29B1-DF9E-9BAF-CD113C238A88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solidFill>
              <a:srgbClr val="FF59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ECBE526-A27F-C59B-A2AD-AD70D6DE5024}"/>
                </a:ext>
              </a:extLst>
            </p:cNvPr>
            <p:cNvSpPr txBox="1"/>
            <p:nvPr/>
          </p:nvSpPr>
          <p:spPr>
            <a:xfrm>
              <a:off x="1837046" y="2944651"/>
              <a:ext cx="89443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2F2F2"/>
                  </a:solidFill>
                  <a:latin typeface="Tw Cen MT" panose="020B0602020104020603" pitchFamily="34" charset="0"/>
                </a:rPr>
                <a:t>1</a:t>
              </a:r>
            </a:p>
          </p:txBody>
        </p:sp>
      </p:grpSp>
      <p:sp>
        <p:nvSpPr>
          <p:cNvPr id="62" name="Freeform: Shape 65">
            <a:extLst>
              <a:ext uri="{FF2B5EF4-FFF2-40B4-BE49-F238E27FC236}">
                <a16:creationId xmlns:a16="http://schemas.microsoft.com/office/drawing/2014/main" id="{A58CFD9A-D3ED-7584-C69B-13BBDFA93F00}"/>
              </a:ext>
            </a:extLst>
          </p:cNvPr>
          <p:cNvSpPr/>
          <p:nvPr/>
        </p:nvSpPr>
        <p:spPr>
          <a:xfrm flipV="1">
            <a:off x="4398911" y="2608871"/>
            <a:ext cx="3647050" cy="4108534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7000" sy="10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TextBox 73">
            <a:extLst>
              <a:ext uri="{FF2B5EF4-FFF2-40B4-BE49-F238E27FC236}">
                <a16:creationId xmlns:a16="http://schemas.microsoft.com/office/drawing/2014/main" id="{898B36E2-3B50-F231-1063-C83289246F3C}"/>
              </a:ext>
            </a:extLst>
          </p:cNvPr>
          <p:cNvSpPr txBox="1"/>
          <p:nvPr/>
        </p:nvSpPr>
        <p:spPr>
          <a:xfrm>
            <a:off x="4436254" y="3303063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5969"/>
                </a:solidFill>
                <a:latin typeface="Tw Cen MT" panose="020B0602020104020603" pitchFamily="34" charset="0"/>
              </a:rPr>
              <a:t>STRUCTURE D’ACCUEIL</a:t>
            </a:r>
          </a:p>
        </p:txBody>
      </p:sp>
      <p:pic>
        <p:nvPicPr>
          <p:cNvPr id="66" name="Picture 81">
            <a:extLst>
              <a:ext uri="{FF2B5EF4-FFF2-40B4-BE49-F238E27FC236}">
                <a16:creationId xmlns:a16="http://schemas.microsoft.com/office/drawing/2014/main" id="{A12AD840-1090-2720-BFE5-64DAFA58B1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005" y="4563849"/>
            <a:ext cx="1429924" cy="1429921"/>
          </a:xfrm>
          <a:prstGeom prst="rect">
            <a:avLst/>
          </a:prstGeom>
        </p:spPr>
      </p:pic>
      <p:sp>
        <p:nvSpPr>
          <p:cNvPr id="67" name="TextBox 43">
            <a:extLst>
              <a:ext uri="{FF2B5EF4-FFF2-40B4-BE49-F238E27FC236}">
                <a16:creationId xmlns:a16="http://schemas.microsoft.com/office/drawing/2014/main" id="{63168C8B-2317-B9F0-8233-C8B579A33031}"/>
              </a:ext>
            </a:extLst>
          </p:cNvPr>
          <p:cNvSpPr txBox="1"/>
          <p:nvPr/>
        </p:nvSpPr>
        <p:spPr>
          <a:xfrm>
            <a:off x="4592963" y="1280912"/>
            <a:ext cx="327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2F2F2"/>
                </a:solidFill>
                <a:latin typeface="Tw Cen MT" panose="020B0602020104020603" pitchFamily="34" charset="0"/>
              </a:rPr>
              <a:t>INTRODUCTION</a:t>
            </a:r>
          </a:p>
        </p:txBody>
      </p:sp>
      <p:sp>
        <p:nvSpPr>
          <p:cNvPr id="68" name="Rectangle: Rounded Corners 1">
            <a:extLst>
              <a:ext uri="{FF2B5EF4-FFF2-40B4-BE49-F238E27FC236}">
                <a16:creationId xmlns:a16="http://schemas.microsoft.com/office/drawing/2014/main" id="{F2AB61DA-4A8C-F3A9-6C13-0EBDB29D2F3E}"/>
              </a:ext>
            </a:extLst>
          </p:cNvPr>
          <p:cNvSpPr/>
          <p:nvPr/>
        </p:nvSpPr>
        <p:spPr>
          <a:xfrm>
            <a:off x="7212147" y="48165"/>
            <a:ext cx="4879823" cy="402772"/>
          </a:xfrm>
          <a:prstGeom prst="roundRect">
            <a:avLst>
              <a:gd name="adj" fmla="val 32456"/>
            </a:avLst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0EEF0"/>
                </a:solidFill>
                <a:latin typeface="Tw Cen MT" panose="020B0602020104020603" pitchFamily="34" charset="0"/>
              </a:rPr>
              <a:t>PRESENTATION DE LA STRUCTURE D’ACCUEILL</a:t>
            </a:r>
          </a:p>
        </p:txBody>
      </p:sp>
      <p:sp>
        <p:nvSpPr>
          <p:cNvPr id="78" name="TextBox 73">
            <a:extLst>
              <a:ext uri="{FF2B5EF4-FFF2-40B4-BE49-F238E27FC236}">
                <a16:creationId xmlns:a16="http://schemas.microsoft.com/office/drawing/2014/main" id="{8101C8EA-27E1-CEF4-D196-C66D64064290}"/>
              </a:ext>
            </a:extLst>
          </p:cNvPr>
          <p:cNvSpPr txBox="1"/>
          <p:nvPr/>
        </p:nvSpPr>
        <p:spPr>
          <a:xfrm>
            <a:off x="4452792" y="3811880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5969"/>
                </a:solidFill>
                <a:latin typeface="Tw Cen MT" panose="020B0602020104020603" pitchFamily="34" charset="0"/>
              </a:rPr>
              <a:t>DEFINITION DES MOTS CLES</a:t>
            </a:r>
          </a:p>
        </p:txBody>
      </p:sp>
    </p:spTree>
    <p:extLst>
      <p:ext uri="{BB962C8B-B14F-4D97-AF65-F5344CB8AC3E}">
        <p14:creationId xmlns:p14="http://schemas.microsoft.com/office/powerpoint/2010/main" val="247256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5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0" grpId="0"/>
      <p:bldP spid="56" grpId="0"/>
      <p:bldP spid="62" grpId="0" animBg="1"/>
      <p:bldP spid="62" grpId="1" animBg="1"/>
      <p:bldP spid="64" grpId="0"/>
      <p:bldP spid="64" grpId="1"/>
      <p:bldP spid="67" grpId="0"/>
      <p:bldP spid="67" grpId="1"/>
      <p:bldP spid="68" grpId="0" animBg="1"/>
      <p:bldP spid="78" grpId="0"/>
      <p:bldP spid="7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F8B36-30C7-A256-4A42-3B4BA854F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49">
            <a:extLst>
              <a:ext uri="{FF2B5EF4-FFF2-40B4-BE49-F238E27FC236}">
                <a16:creationId xmlns:a16="http://schemas.microsoft.com/office/drawing/2014/main" id="{47F1D663-2556-4D4C-654E-CE4789BD6C10}"/>
              </a:ext>
            </a:extLst>
          </p:cNvPr>
          <p:cNvGrpSpPr/>
          <p:nvPr/>
        </p:nvGrpSpPr>
        <p:grpSpPr>
          <a:xfrm>
            <a:off x="4426362" y="989619"/>
            <a:ext cx="3612623" cy="2552702"/>
            <a:chOff x="1494518" y="2209800"/>
            <a:chExt cx="1591582" cy="1866900"/>
          </a:xfrm>
          <a:solidFill>
            <a:srgbClr val="52C9BD"/>
          </a:solidFill>
        </p:grpSpPr>
        <p:sp>
          <p:nvSpPr>
            <p:cNvPr id="74" name="Rectangle: Top Corners Rounded 53">
              <a:extLst>
                <a:ext uri="{FF2B5EF4-FFF2-40B4-BE49-F238E27FC236}">
                  <a16:creationId xmlns:a16="http://schemas.microsoft.com/office/drawing/2014/main" id="{D2901BCF-C4EF-F461-93BB-35307C58698D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60">
              <a:extLst>
                <a:ext uri="{FF2B5EF4-FFF2-40B4-BE49-F238E27FC236}">
                  <a16:creationId xmlns:a16="http://schemas.microsoft.com/office/drawing/2014/main" id="{877F8F2D-EF3E-061B-EDC1-3720CE88931E}"/>
                </a:ext>
              </a:extLst>
            </p:cNvPr>
            <p:cNvSpPr txBox="1"/>
            <p:nvPr/>
          </p:nvSpPr>
          <p:spPr>
            <a:xfrm>
              <a:off x="1837046" y="2944651"/>
              <a:ext cx="894432" cy="742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2F2F2"/>
                  </a:solidFill>
                  <a:latin typeface="Tw Cen MT" panose="020B0602020104020603" pitchFamily="34" charset="0"/>
                </a:rPr>
                <a:t>2</a:t>
              </a:r>
            </a:p>
          </p:txBody>
        </p:sp>
      </p:grpSp>
      <p:sp>
        <p:nvSpPr>
          <p:cNvPr id="76" name="Freeform: Shape 65">
            <a:extLst>
              <a:ext uri="{FF2B5EF4-FFF2-40B4-BE49-F238E27FC236}">
                <a16:creationId xmlns:a16="http://schemas.microsoft.com/office/drawing/2014/main" id="{549C0A0C-DE5E-0C96-5602-0EB8B4148CBE}"/>
              </a:ext>
            </a:extLst>
          </p:cNvPr>
          <p:cNvSpPr/>
          <p:nvPr/>
        </p:nvSpPr>
        <p:spPr>
          <a:xfrm flipV="1">
            <a:off x="4398911" y="2608871"/>
            <a:ext cx="3647050" cy="4108534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7000" sy="10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TextBox 73">
            <a:extLst>
              <a:ext uri="{FF2B5EF4-FFF2-40B4-BE49-F238E27FC236}">
                <a16:creationId xmlns:a16="http://schemas.microsoft.com/office/drawing/2014/main" id="{08EE57FF-BB0C-485E-BFD6-E72150F44A0C}"/>
              </a:ext>
            </a:extLst>
          </p:cNvPr>
          <p:cNvSpPr txBox="1"/>
          <p:nvPr/>
        </p:nvSpPr>
        <p:spPr>
          <a:xfrm>
            <a:off x="4436254" y="3303063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2C9BD"/>
                </a:solidFill>
                <a:latin typeface="Tw Cen MT" panose="020B0602020104020603" pitchFamily="34" charset="0"/>
              </a:rPr>
              <a:t>CONTEXTE</a:t>
            </a:r>
          </a:p>
        </p:txBody>
      </p:sp>
      <p:pic>
        <p:nvPicPr>
          <p:cNvPr id="78" name="Picture 81">
            <a:extLst>
              <a:ext uri="{FF2B5EF4-FFF2-40B4-BE49-F238E27FC236}">
                <a16:creationId xmlns:a16="http://schemas.microsoft.com/office/drawing/2014/main" id="{8F3C2CBC-FE49-19D2-2734-4890E6957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1131" y="4563849"/>
            <a:ext cx="1413671" cy="1429921"/>
          </a:xfrm>
          <a:prstGeom prst="rect">
            <a:avLst/>
          </a:prstGeom>
        </p:spPr>
      </p:pic>
      <p:sp>
        <p:nvSpPr>
          <p:cNvPr id="79" name="TextBox 43">
            <a:extLst>
              <a:ext uri="{FF2B5EF4-FFF2-40B4-BE49-F238E27FC236}">
                <a16:creationId xmlns:a16="http://schemas.microsoft.com/office/drawing/2014/main" id="{A4F1A9B9-A422-5B9C-0F24-59230E878FC1}"/>
              </a:ext>
            </a:extLst>
          </p:cNvPr>
          <p:cNvSpPr txBox="1"/>
          <p:nvPr/>
        </p:nvSpPr>
        <p:spPr>
          <a:xfrm>
            <a:off x="4592963" y="1280912"/>
            <a:ext cx="327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2F2F2"/>
                </a:solidFill>
                <a:latin typeface="Tw Cen MT" panose="020B0602020104020603" pitchFamily="34" charset="0"/>
              </a:rPr>
              <a:t>CONTEXTE</a:t>
            </a:r>
          </a:p>
        </p:txBody>
      </p:sp>
      <p:grpSp>
        <p:nvGrpSpPr>
          <p:cNvPr id="35" name="Group 4">
            <a:extLst>
              <a:ext uri="{FF2B5EF4-FFF2-40B4-BE49-F238E27FC236}">
                <a16:creationId xmlns:a16="http://schemas.microsoft.com/office/drawing/2014/main" id="{D4296BAF-A577-71AB-3C4A-058E886C1578}"/>
              </a:ext>
            </a:extLst>
          </p:cNvPr>
          <p:cNvGrpSpPr/>
          <p:nvPr/>
        </p:nvGrpSpPr>
        <p:grpSpPr>
          <a:xfrm>
            <a:off x="-1408220" y="3959039"/>
            <a:ext cx="828000" cy="828000"/>
            <a:chOff x="-846043" y="3948343"/>
            <a:chExt cx="828000" cy="828000"/>
          </a:xfrm>
        </p:grpSpPr>
        <p:sp>
          <p:nvSpPr>
            <p:cNvPr id="36" name="Oval 5">
              <a:extLst>
                <a:ext uri="{FF2B5EF4-FFF2-40B4-BE49-F238E27FC236}">
                  <a16:creationId xmlns:a16="http://schemas.microsoft.com/office/drawing/2014/main" id="{EC378800-A97A-F23E-9102-91245EDC0374}"/>
                </a:ext>
              </a:extLst>
            </p:cNvPr>
            <p:cNvSpPr/>
            <p:nvPr/>
          </p:nvSpPr>
          <p:spPr>
            <a:xfrm>
              <a:off x="-846043" y="3948343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7" name="Picture 6">
              <a:extLst>
                <a:ext uri="{FF2B5EF4-FFF2-40B4-BE49-F238E27FC236}">
                  <a16:creationId xmlns:a16="http://schemas.microsoft.com/office/drawing/2014/main" id="{F9F7A946-4CC5-B132-6D7F-A41D6C12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8" y="4017799"/>
              <a:ext cx="668757" cy="668757"/>
            </a:xfrm>
            <a:prstGeom prst="rect">
              <a:avLst/>
            </a:prstGeom>
          </p:spPr>
        </p:pic>
      </p:grpSp>
      <p:grpSp>
        <p:nvGrpSpPr>
          <p:cNvPr id="38" name="Group 7">
            <a:extLst>
              <a:ext uri="{FF2B5EF4-FFF2-40B4-BE49-F238E27FC236}">
                <a16:creationId xmlns:a16="http://schemas.microsoft.com/office/drawing/2014/main" id="{AD5007FA-1B33-C7EE-4CC2-0C35E40E90E1}"/>
              </a:ext>
            </a:extLst>
          </p:cNvPr>
          <p:cNvGrpSpPr/>
          <p:nvPr/>
        </p:nvGrpSpPr>
        <p:grpSpPr>
          <a:xfrm>
            <a:off x="-1329277" y="2996396"/>
            <a:ext cx="828000" cy="828000"/>
            <a:chOff x="-846043" y="2989694"/>
            <a:chExt cx="828000" cy="828000"/>
          </a:xfrm>
        </p:grpSpPr>
        <p:sp>
          <p:nvSpPr>
            <p:cNvPr id="39" name="Oval 8">
              <a:extLst>
                <a:ext uri="{FF2B5EF4-FFF2-40B4-BE49-F238E27FC236}">
                  <a16:creationId xmlns:a16="http://schemas.microsoft.com/office/drawing/2014/main" id="{41B32AF2-5D36-55B0-EB4B-3528C30A41B0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0" name="Picture 9">
              <a:extLst>
                <a:ext uri="{FF2B5EF4-FFF2-40B4-BE49-F238E27FC236}">
                  <a16:creationId xmlns:a16="http://schemas.microsoft.com/office/drawing/2014/main" id="{7B6D0F1F-9CC4-93FB-06DF-C0C273B50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</p:spPr>
        </p:pic>
      </p:grpSp>
      <p:grpSp>
        <p:nvGrpSpPr>
          <p:cNvPr id="41" name="Group 10">
            <a:extLst>
              <a:ext uri="{FF2B5EF4-FFF2-40B4-BE49-F238E27FC236}">
                <a16:creationId xmlns:a16="http://schemas.microsoft.com/office/drawing/2014/main" id="{9380C4ED-537B-3018-407A-830C01975E5B}"/>
              </a:ext>
            </a:extLst>
          </p:cNvPr>
          <p:cNvGrpSpPr/>
          <p:nvPr/>
        </p:nvGrpSpPr>
        <p:grpSpPr>
          <a:xfrm>
            <a:off x="-1390177" y="4921682"/>
            <a:ext cx="828000" cy="828000"/>
            <a:chOff x="-828000" y="4906992"/>
            <a:chExt cx="828000" cy="828000"/>
          </a:xfrm>
        </p:grpSpPr>
        <p:sp>
          <p:nvSpPr>
            <p:cNvPr id="42" name="Oval 11">
              <a:extLst>
                <a:ext uri="{FF2B5EF4-FFF2-40B4-BE49-F238E27FC236}">
                  <a16:creationId xmlns:a16="http://schemas.microsoft.com/office/drawing/2014/main" id="{433CC192-95D6-4D71-F3B0-EBB09AB82CB6}"/>
                </a:ext>
              </a:extLst>
            </p:cNvPr>
            <p:cNvSpPr/>
            <p:nvPr/>
          </p:nvSpPr>
          <p:spPr>
            <a:xfrm>
              <a:off x="-828000" y="4906992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282B32D6-9DA4-6041-33EB-F7373F79D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5018228"/>
              <a:ext cx="621349" cy="621349"/>
            </a:xfrm>
            <a:prstGeom prst="rect">
              <a:avLst/>
            </a:prstGeom>
          </p:spPr>
        </p:pic>
      </p:grpSp>
      <p:grpSp>
        <p:nvGrpSpPr>
          <p:cNvPr id="44" name="Group 16">
            <a:extLst>
              <a:ext uri="{FF2B5EF4-FFF2-40B4-BE49-F238E27FC236}">
                <a16:creationId xmlns:a16="http://schemas.microsoft.com/office/drawing/2014/main" id="{5E254F7A-39C3-4EF9-8DA6-C9E234206518}"/>
              </a:ext>
            </a:extLst>
          </p:cNvPr>
          <p:cNvGrpSpPr/>
          <p:nvPr/>
        </p:nvGrpSpPr>
        <p:grpSpPr>
          <a:xfrm>
            <a:off x="-1163117" y="75320"/>
            <a:ext cx="828000" cy="828000"/>
            <a:chOff x="-846043" y="136827"/>
            <a:chExt cx="828000" cy="828000"/>
          </a:xfrm>
        </p:grpSpPr>
        <p:sp>
          <p:nvSpPr>
            <p:cNvPr id="45" name="Oval 17">
              <a:extLst>
                <a:ext uri="{FF2B5EF4-FFF2-40B4-BE49-F238E27FC236}">
                  <a16:creationId xmlns:a16="http://schemas.microsoft.com/office/drawing/2014/main" id="{BBD41D5D-7574-9A86-80FF-7E2BA2C67633}"/>
                </a:ext>
              </a:extLst>
            </p:cNvPr>
            <p:cNvSpPr/>
            <p:nvPr/>
          </p:nvSpPr>
          <p:spPr>
            <a:xfrm>
              <a:off x="-846043" y="136827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6" name="Picture 18">
              <a:extLst>
                <a:ext uri="{FF2B5EF4-FFF2-40B4-BE49-F238E27FC236}">
                  <a16:creationId xmlns:a16="http://schemas.microsoft.com/office/drawing/2014/main" id="{DB3B7702-83CC-B897-78BC-874651BB3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3136" y="213904"/>
              <a:ext cx="664590" cy="664590"/>
            </a:xfrm>
            <a:prstGeom prst="rect">
              <a:avLst/>
            </a:prstGeom>
          </p:spPr>
        </p:pic>
      </p:grpSp>
      <p:grpSp>
        <p:nvGrpSpPr>
          <p:cNvPr id="47" name="Group 19">
            <a:extLst>
              <a:ext uri="{FF2B5EF4-FFF2-40B4-BE49-F238E27FC236}">
                <a16:creationId xmlns:a16="http://schemas.microsoft.com/office/drawing/2014/main" id="{76DBDB3F-2A4A-9DC6-29EE-D210F3863435}"/>
              </a:ext>
            </a:extLst>
          </p:cNvPr>
          <p:cNvGrpSpPr/>
          <p:nvPr/>
        </p:nvGrpSpPr>
        <p:grpSpPr>
          <a:xfrm>
            <a:off x="-1408220" y="5862029"/>
            <a:ext cx="828000" cy="828000"/>
            <a:chOff x="-828000" y="5845311"/>
            <a:chExt cx="828000" cy="828000"/>
          </a:xfrm>
        </p:grpSpPr>
        <p:sp>
          <p:nvSpPr>
            <p:cNvPr id="48" name="Oval 20">
              <a:extLst>
                <a:ext uri="{FF2B5EF4-FFF2-40B4-BE49-F238E27FC236}">
                  <a16:creationId xmlns:a16="http://schemas.microsoft.com/office/drawing/2014/main" id="{B428FBB3-293B-9016-F768-BCC99E628865}"/>
                </a:ext>
              </a:extLst>
            </p:cNvPr>
            <p:cNvSpPr/>
            <p:nvPr/>
          </p:nvSpPr>
          <p:spPr>
            <a:xfrm>
              <a:off x="-828000" y="5845311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9" name="Picture 21">
              <a:extLst>
                <a:ext uri="{FF2B5EF4-FFF2-40B4-BE49-F238E27FC236}">
                  <a16:creationId xmlns:a16="http://schemas.microsoft.com/office/drawing/2014/main" id="{EFD3BFA6-DEE3-1BB0-5907-8E665F20C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014" y="5965291"/>
              <a:ext cx="604381" cy="604381"/>
            </a:xfrm>
            <a:prstGeom prst="rect">
              <a:avLst/>
            </a:prstGeom>
          </p:spPr>
        </p:pic>
      </p:grpSp>
      <p:grpSp>
        <p:nvGrpSpPr>
          <p:cNvPr id="50" name="Group 22">
            <a:extLst>
              <a:ext uri="{FF2B5EF4-FFF2-40B4-BE49-F238E27FC236}">
                <a16:creationId xmlns:a16="http://schemas.microsoft.com/office/drawing/2014/main" id="{36D96EAB-F6CA-CDD1-87D8-EAF386604720}"/>
              </a:ext>
            </a:extLst>
          </p:cNvPr>
          <p:cNvGrpSpPr/>
          <p:nvPr/>
        </p:nvGrpSpPr>
        <p:grpSpPr>
          <a:xfrm>
            <a:off x="-1298333" y="2066675"/>
            <a:ext cx="828000" cy="828000"/>
            <a:chOff x="-846043" y="2028997"/>
            <a:chExt cx="828000" cy="828000"/>
          </a:xfrm>
          <a:solidFill>
            <a:schemeClr val="bg1"/>
          </a:solidFill>
        </p:grpSpPr>
        <p:sp>
          <p:nvSpPr>
            <p:cNvPr id="51" name="Oval 23">
              <a:extLst>
                <a:ext uri="{FF2B5EF4-FFF2-40B4-BE49-F238E27FC236}">
                  <a16:creationId xmlns:a16="http://schemas.microsoft.com/office/drawing/2014/main" id="{25160CE4-3337-04AE-4742-4C3796FF657B}"/>
                </a:ext>
              </a:extLst>
            </p:cNvPr>
            <p:cNvSpPr/>
            <p:nvPr/>
          </p:nvSpPr>
          <p:spPr>
            <a:xfrm>
              <a:off x="-846043" y="202899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52" name="Picture 24">
              <a:extLst>
                <a:ext uri="{FF2B5EF4-FFF2-40B4-BE49-F238E27FC236}">
                  <a16:creationId xmlns:a16="http://schemas.microsoft.com/office/drawing/2014/main" id="{E7F6720B-9C06-E1BE-DB90-DB51E3817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6157" y="2154633"/>
              <a:ext cx="608227" cy="608227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11" name="Oval 3">
            <a:extLst>
              <a:ext uri="{FF2B5EF4-FFF2-40B4-BE49-F238E27FC236}">
                <a16:creationId xmlns:a16="http://schemas.microsoft.com/office/drawing/2014/main" id="{051585B8-857E-A55B-6AD0-375C15A43C6D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2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1FEA55-4338-6183-4A1A-3F2C12710BEF}"/>
              </a:ext>
            </a:extLst>
          </p:cNvPr>
          <p:cNvSpPr/>
          <p:nvPr/>
        </p:nvSpPr>
        <p:spPr>
          <a:xfrm>
            <a:off x="1690904" y="566851"/>
            <a:ext cx="9436608" cy="7676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  <a:cs typeface="Raavi" panose="020B0502040204020203" pitchFamily="34" charset="0"/>
              </a:rPr>
              <a:t>Il existe plusieurs moyens de se procurer des livres au Cameroun et dans le monde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Rockwell" panose="02060603020205020403" pitchFamily="18" charset="0"/>
              <a:cs typeface="Raavi" panose="020B0502040204020203" pitchFamily="34" charset="0"/>
            </a:endParaRPr>
          </a:p>
        </p:txBody>
      </p:sp>
      <p:grpSp>
        <p:nvGrpSpPr>
          <p:cNvPr id="13" name="Group 26">
            <a:extLst>
              <a:ext uri="{FF2B5EF4-FFF2-40B4-BE49-F238E27FC236}">
                <a16:creationId xmlns:a16="http://schemas.microsoft.com/office/drawing/2014/main" id="{A81EF0D8-9C83-5658-69A6-305B06FCE18C}"/>
              </a:ext>
            </a:extLst>
          </p:cNvPr>
          <p:cNvGrpSpPr/>
          <p:nvPr/>
        </p:nvGrpSpPr>
        <p:grpSpPr>
          <a:xfrm>
            <a:off x="1890757" y="1782576"/>
            <a:ext cx="3663732" cy="2318331"/>
            <a:chOff x="17082" y="2999668"/>
            <a:chExt cx="2734056" cy="23183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CF5587-1E17-1C6F-A582-F2EEB76B83B8}"/>
                </a:ext>
              </a:extLst>
            </p:cNvPr>
            <p:cNvSpPr/>
            <p:nvPr/>
          </p:nvSpPr>
          <p:spPr>
            <a:xfrm>
              <a:off x="17082" y="4915227"/>
              <a:ext cx="2734056" cy="402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Rockwell" panose="02060603020205020403" pitchFamily="18" charset="0"/>
                </a:rPr>
                <a:t>Par </a:t>
              </a:r>
              <a:r>
                <a:rPr lang="fr-CM" dirty="0">
                  <a:solidFill>
                    <a:schemeClr val="tx1"/>
                  </a:solidFill>
                  <a:latin typeface="Rockwell" panose="02060603020205020403" pitchFamily="18" charset="0"/>
                </a:rPr>
                <a:t>l'application "Jumia Deals – Livres</a:t>
              </a:r>
              <a:endParaRPr lang="en-US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pic>
          <p:nvPicPr>
            <p:cNvPr id="15" name="Picture 10">
              <a:extLst>
                <a:ext uri="{FF2B5EF4-FFF2-40B4-BE49-F238E27FC236}">
                  <a16:creationId xmlns:a16="http://schemas.microsoft.com/office/drawing/2014/main" id="{EC8A5BBB-1C8A-0405-3944-59D8D08C1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02505" y="2999668"/>
              <a:ext cx="2226735" cy="1864940"/>
            </a:xfrm>
            <a:prstGeom prst="rect">
              <a:avLst/>
            </a:prstGeom>
          </p:spPr>
        </p:pic>
      </p:grpSp>
      <p:grpSp>
        <p:nvGrpSpPr>
          <p:cNvPr id="16" name="Group 25">
            <a:extLst>
              <a:ext uri="{FF2B5EF4-FFF2-40B4-BE49-F238E27FC236}">
                <a16:creationId xmlns:a16="http://schemas.microsoft.com/office/drawing/2014/main" id="{26F821D9-E8D2-E90E-FE08-83C2184F4810}"/>
              </a:ext>
            </a:extLst>
          </p:cNvPr>
          <p:cNvGrpSpPr/>
          <p:nvPr/>
        </p:nvGrpSpPr>
        <p:grpSpPr>
          <a:xfrm>
            <a:off x="9272936" y="950681"/>
            <a:ext cx="2734056" cy="2642150"/>
            <a:chOff x="2959608" y="2596896"/>
            <a:chExt cx="2734056" cy="264215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58C1109-107E-8BB9-D038-5EEE206AB290}"/>
                </a:ext>
              </a:extLst>
            </p:cNvPr>
            <p:cNvSpPr/>
            <p:nvPr/>
          </p:nvSpPr>
          <p:spPr>
            <a:xfrm>
              <a:off x="2959608" y="2596896"/>
              <a:ext cx="2734056" cy="4027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  <a:latin typeface="Rockwell" panose="02060603020205020403" pitchFamily="18" charset="0"/>
                </a:rPr>
                <a:t>Par groupes Facebook</a:t>
              </a:r>
              <a:endParaRPr lang="en-US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pic>
          <p:nvPicPr>
            <p:cNvPr id="18" name="Picture 12">
              <a:extLst>
                <a:ext uri="{FF2B5EF4-FFF2-40B4-BE49-F238E27FC236}">
                  <a16:creationId xmlns:a16="http://schemas.microsoft.com/office/drawing/2014/main" id="{BB2BA7AC-6B83-FBC5-14CD-6FCC43246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215684" y="3364556"/>
              <a:ext cx="2261574" cy="1874490"/>
            </a:xfrm>
            <a:prstGeom prst="rect">
              <a:avLst/>
            </a:prstGeom>
          </p:spPr>
        </p:pic>
      </p:grpSp>
      <p:sp>
        <p:nvSpPr>
          <p:cNvPr id="67" name="Freeform 145">
            <a:extLst>
              <a:ext uri="{FF2B5EF4-FFF2-40B4-BE49-F238E27FC236}">
                <a16:creationId xmlns:a16="http://schemas.microsoft.com/office/drawing/2014/main" id="{BE782A9B-0ACD-9DF1-1F36-0BEA5111F5BF}"/>
              </a:ext>
            </a:extLst>
          </p:cNvPr>
          <p:cNvSpPr/>
          <p:nvPr/>
        </p:nvSpPr>
        <p:spPr>
          <a:xfrm>
            <a:off x="-88102" y="-9268823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TextBox 68">
            <a:extLst>
              <a:ext uri="{FF2B5EF4-FFF2-40B4-BE49-F238E27FC236}">
                <a16:creationId xmlns:a16="http://schemas.microsoft.com/office/drawing/2014/main" id="{3DEE1E31-A89C-1282-FC14-07C5C3AB926E}"/>
              </a:ext>
            </a:extLst>
          </p:cNvPr>
          <p:cNvSpPr txBox="1"/>
          <p:nvPr/>
        </p:nvSpPr>
        <p:spPr>
          <a:xfrm rot="16200000">
            <a:off x="-1601664" y="4041133"/>
            <a:ext cx="4080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CONTEXTE ET PROBLEMATIQUE</a:t>
            </a:r>
          </a:p>
        </p:txBody>
      </p:sp>
      <p:grpSp>
        <p:nvGrpSpPr>
          <p:cNvPr id="69" name="Group 10">
            <a:extLst>
              <a:ext uri="{FF2B5EF4-FFF2-40B4-BE49-F238E27FC236}">
                <a16:creationId xmlns:a16="http://schemas.microsoft.com/office/drawing/2014/main" id="{73B77DF8-10BF-FE01-83BE-D08A4B622A38}"/>
              </a:ext>
            </a:extLst>
          </p:cNvPr>
          <p:cNvGrpSpPr/>
          <p:nvPr/>
        </p:nvGrpSpPr>
        <p:grpSpPr>
          <a:xfrm>
            <a:off x="492015" y="1473484"/>
            <a:ext cx="828000" cy="828000"/>
            <a:chOff x="-846043" y="1075146"/>
            <a:chExt cx="828000" cy="828000"/>
          </a:xfrm>
          <a:gradFill flip="none" rotWithShape="1">
            <a:gsLst>
              <a:gs pos="0">
                <a:srgbClr val="52C9BD">
                  <a:tint val="66000"/>
                  <a:satMod val="160000"/>
                </a:srgbClr>
              </a:gs>
              <a:gs pos="50000">
                <a:srgbClr val="52C9BD">
                  <a:tint val="44500"/>
                  <a:satMod val="160000"/>
                </a:srgbClr>
              </a:gs>
              <a:gs pos="100000">
                <a:srgbClr val="52C9BD">
                  <a:tint val="23500"/>
                  <a:satMod val="160000"/>
                </a:srgbClr>
              </a:gs>
            </a:gsLst>
            <a:lin ang="10800000" scaled="1"/>
            <a:tileRect/>
          </a:gradFill>
        </p:grpSpPr>
        <p:sp>
          <p:nvSpPr>
            <p:cNvPr id="70" name="Oval 11">
              <a:extLst>
                <a:ext uri="{FF2B5EF4-FFF2-40B4-BE49-F238E27FC236}">
                  <a16:creationId xmlns:a16="http://schemas.microsoft.com/office/drawing/2014/main" id="{AD028390-9243-5ADD-BC14-FB3E57F4D273}"/>
                </a:ext>
              </a:extLst>
            </p:cNvPr>
            <p:cNvSpPr/>
            <p:nvPr/>
          </p:nvSpPr>
          <p:spPr>
            <a:xfrm>
              <a:off x="-846043" y="1075146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1" name="Picture 12">
              <a:extLst>
                <a:ext uri="{FF2B5EF4-FFF2-40B4-BE49-F238E27FC236}">
                  <a16:creationId xmlns:a16="http://schemas.microsoft.com/office/drawing/2014/main" id="{D4279136-5C98-A736-B684-3D9D5907C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7" y="1180500"/>
              <a:ext cx="628744" cy="628744"/>
            </a:xfrm>
            <a:prstGeom prst="rect">
              <a:avLst/>
            </a:prstGeom>
            <a:grpFill/>
          </p:spPr>
        </p:pic>
      </p:grpSp>
      <p:sp>
        <p:nvSpPr>
          <p:cNvPr id="72" name="Rectangle: Rounded Corners 1">
            <a:extLst>
              <a:ext uri="{FF2B5EF4-FFF2-40B4-BE49-F238E27FC236}">
                <a16:creationId xmlns:a16="http://schemas.microsoft.com/office/drawing/2014/main" id="{350DCA43-26C4-FBE5-DC89-C2FBF9F096F1}"/>
              </a:ext>
            </a:extLst>
          </p:cNvPr>
          <p:cNvSpPr/>
          <p:nvPr/>
        </p:nvSpPr>
        <p:spPr>
          <a:xfrm>
            <a:off x="8010939" y="25945"/>
            <a:ext cx="4116989" cy="402772"/>
          </a:xfrm>
          <a:prstGeom prst="roundRect">
            <a:avLst>
              <a:gd name="adj" fmla="val 32456"/>
            </a:avLst>
          </a:pr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CONTEXTE</a:t>
            </a:r>
          </a:p>
        </p:txBody>
      </p:sp>
      <p:sp>
        <p:nvSpPr>
          <p:cNvPr id="80" name="TextBox 73">
            <a:extLst>
              <a:ext uri="{FF2B5EF4-FFF2-40B4-BE49-F238E27FC236}">
                <a16:creationId xmlns:a16="http://schemas.microsoft.com/office/drawing/2014/main" id="{DDDB098A-6E31-A56A-F19A-829BD332663A}"/>
              </a:ext>
            </a:extLst>
          </p:cNvPr>
          <p:cNvSpPr txBox="1"/>
          <p:nvPr/>
        </p:nvSpPr>
        <p:spPr>
          <a:xfrm>
            <a:off x="4452792" y="3811880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52C9BD"/>
                </a:solidFill>
                <a:latin typeface="Tw Cen MT" panose="020B0602020104020603" pitchFamily="34" charset="0"/>
              </a:rPr>
              <a:t>PROBLEMATIQUE</a:t>
            </a:r>
          </a:p>
        </p:txBody>
      </p:sp>
    </p:spTree>
    <p:extLst>
      <p:ext uri="{BB962C8B-B14F-4D97-AF65-F5344CB8AC3E}">
        <p14:creationId xmlns:p14="http://schemas.microsoft.com/office/powerpoint/2010/main" val="289848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  <p:bldP spid="77" grpId="0"/>
      <p:bldP spid="77" grpId="1"/>
      <p:bldP spid="79" grpId="0"/>
      <p:bldP spid="79" grpId="1"/>
      <p:bldP spid="12" grpId="0"/>
      <p:bldP spid="67" grpId="0" animBg="1"/>
      <p:bldP spid="68" grpId="0"/>
      <p:bldP spid="72" grpId="0" animBg="1"/>
      <p:bldP spid="80" grpId="0"/>
      <p:bldP spid="8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DA13D-1EED-68E8-E377-534A29FD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6">
            <a:extLst>
              <a:ext uri="{FF2B5EF4-FFF2-40B4-BE49-F238E27FC236}">
                <a16:creationId xmlns:a16="http://schemas.microsoft.com/office/drawing/2014/main" id="{2802A9FE-B82D-4E37-693F-E9000FA025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0" t="15873" r="24444" b="19841"/>
          <a:stretch/>
        </p:blipFill>
        <p:spPr>
          <a:xfrm>
            <a:off x="723104" y="672471"/>
            <a:ext cx="6063344" cy="6185529"/>
          </a:xfrm>
          <a:prstGeom prst="rect">
            <a:avLst/>
          </a:prstGeom>
        </p:spPr>
      </p:pic>
      <p:sp>
        <p:nvSpPr>
          <p:cNvPr id="34" name="Rectangle: Rounded Corners 8">
            <a:extLst>
              <a:ext uri="{FF2B5EF4-FFF2-40B4-BE49-F238E27FC236}">
                <a16:creationId xmlns:a16="http://schemas.microsoft.com/office/drawing/2014/main" id="{34E60F84-D1F1-3DC5-BEB5-05C87C524ECD}"/>
              </a:ext>
            </a:extLst>
          </p:cNvPr>
          <p:cNvSpPr/>
          <p:nvPr/>
        </p:nvSpPr>
        <p:spPr>
          <a:xfrm>
            <a:off x="5388795" y="2089198"/>
            <a:ext cx="5885693" cy="2552702"/>
          </a:xfrm>
          <a:prstGeom prst="roundRect">
            <a:avLst>
              <a:gd name="adj" fmla="val 32456"/>
            </a:avLst>
          </a:pr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M" sz="2400" dirty="0"/>
              <a:t>Comment concevoir une plateforme mobile spécialisée et sécurisée qui facilite la vente, l'achat et la mise aux enchères de livres d'occasion au Cameroun ?</a:t>
            </a:r>
            <a:endParaRPr lang="fr-FR" sz="2400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BBBA5DEA-4000-D9BF-D436-8AE8DD961DA5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2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77" name="Freeform 145">
            <a:extLst>
              <a:ext uri="{FF2B5EF4-FFF2-40B4-BE49-F238E27FC236}">
                <a16:creationId xmlns:a16="http://schemas.microsoft.com/office/drawing/2014/main" id="{CAB53288-A38F-B79B-E105-A4D83CDB2834}"/>
              </a:ext>
            </a:extLst>
          </p:cNvPr>
          <p:cNvSpPr/>
          <p:nvPr/>
        </p:nvSpPr>
        <p:spPr>
          <a:xfrm>
            <a:off x="-88102" y="-9268823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TextBox 68">
            <a:extLst>
              <a:ext uri="{FF2B5EF4-FFF2-40B4-BE49-F238E27FC236}">
                <a16:creationId xmlns:a16="http://schemas.microsoft.com/office/drawing/2014/main" id="{EA1EB59B-EA83-B6FE-ABF7-C15C5C424DB3}"/>
              </a:ext>
            </a:extLst>
          </p:cNvPr>
          <p:cNvSpPr txBox="1"/>
          <p:nvPr/>
        </p:nvSpPr>
        <p:spPr>
          <a:xfrm rot="16200000">
            <a:off x="-1601664" y="4041133"/>
            <a:ext cx="4080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CONTEXTE ET PROBLEMATIQUE</a:t>
            </a:r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C1367996-C4AC-2408-1E6F-D861B0194977}"/>
              </a:ext>
            </a:extLst>
          </p:cNvPr>
          <p:cNvGrpSpPr/>
          <p:nvPr/>
        </p:nvGrpSpPr>
        <p:grpSpPr>
          <a:xfrm>
            <a:off x="-1408220" y="3959039"/>
            <a:ext cx="828000" cy="828000"/>
            <a:chOff x="-846043" y="3948343"/>
            <a:chExt cx="828000" cy="828000"/>
          </a:xfrm>
        </p:grpSpPr>
        <p:sp>
          <p:nvSpPr>
            <p:cNvPr id="83" name="Oval 5">
              <a:extLst>
                <a:ext uri="{FF2B5EF4-FFF2-40B4-BE49-F238E27FC236}">
                  <a16:creationId xmlns:a16="http://schemas.microsoft.com/office/drawing/2014/main" id="{DFA77214-68E6-0186-ACA5-3F00259BD03A}"/>
                </a:ext>
              </a:extLst>
            </p:cNvPr>
            <p:cNvSpPr/>
            <p:nvPr/>
          </p:nvSpPr>
          <p:spPr>
            <a:xfrm>
              <a:off x="-846043" y="3948343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84" name="Picture 6">
              <a:extLst>
                <a:ext uri="{FF2B5EF4-FFF2-40B4-BE49-F238E27FC236}">
                  <a16:creationId xmlns:a16="http://schemas.microsoft.com/office/drawing/2014/main" id="{3B8EE714-5F55-029A-41B2-6D5A98ACC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8" y="4017799"/>
              <a:ext cx="668757" cy="668757"/>
            </a:xfrm>
            <a:prstGeom prst="rect">
              <a:avLst/>
            </a:prstGeom>
          </p:spPr>
        </p:pic>
      </p:grpSp>
      <p:grpSp>
        <p:nvGrpSpPr>
          <p:cNvPr id="85" name="Group 7">
            <a:extLst>
              <a:ext uri="{FF2B5EF4-FFF2-40B4-BE49-F238E27FC236}">
                <a16:creationId xmlns:a16="http://schemas.microsoft.com/office/drawing/2014/main" id="{8C5D68B9-690D-AAD1-78AE-703C4947DCFE}"/>
              </a:ext>
            </a:extLst>
          </p:cNvPr>
          <p:cNvGrpSpPr/>
          <p:nvPr/>
        </p:nvGrpSpPr>
        <p:grpSpPr>
          <a:xfrm>
            <a:off x="-1329277" y="2996396"/>
            <a:ext cx="828000" cy="828000"/>
            <a:chOff x="-846043" y="2989694"/>
            <a:chExt cx="828000" cy="828000"/>
          </a:xfrm>
        </p:grpSpPr>
        <p:sp>
          <p:nvSpPr>
            <p:cNvPr id="86" name="Oval 8">
              <a:extLst>
                <a:ext uri="{FF2B5EF4-FFF2-40B4-BE49-F238E27FC236}">
                  <a16:creationId xmlns:a16="http://schemas.microsoft.com/office/drawing/2014/main" id="{8C965769-B65A-90E4-FAB4-B144131F2FAF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87" name="Picture 9">
              <a:extLst>
                <a:ext uri="{FF2B5EF4-FFF2-40B4-BE49-F238E27FC236}">
                  <a16:creationId xmlns:a16="http://schemas.microsoft.com/office/drawing/2014/main" id="{DEF76C55-4351-D3FE-B6E4-8975D780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</p:spPr>
        </p:pic>
      </p:grpSp>
      <p:grpSp>
        <p:nvGrpSpPr>
          <p:cNvPr id="88" name="Group 10">
            <a:extLst>
              <a:ext uri="{FF2B5EF4-FFF2-40B4-BE49-F238E27FC236}">
                <a16:creationId xmlns:a16="http://schemas.microsoft.com/office/drawing/2014/main" id="{9321765E-BB82-507E-5E56-00A743E17251}"/>
              </a:ext>
            </a:extLst>
          </p:cNvPr>
          <p:cNvGrpSpPr/>
          <p:nvPr/>
        </p:nvGrpSpPr>
        <p:grpSpPr>
          <a:xfrm>
            <a:off x="-1390177" y="4921682"/>
            <a:ext cx="828000" cy="828000"/>
            <a:chOff x="-828000" y="4906992"/>
            <a:chExt cx="828000" cy="828000"/>
          </a:xfrm>
        </p:grpSpPr>
        <p:sp>
          <p:nvSpPr>
            <p:cNvPr id="89" name="Oval 11">
              <a:extLst>
                <a:ext uri="{FF2B5EF4-FFF2-40B4-BE49-F238E27FC236}">
                  <a16:creationId xmlns:a16="http://schemas.microsoft.com/office/drawing/2014/main" id="{456B7E29-C5C9-3D0E-90A4-C969E0FED9A3}"/>
                </a:ext>
              </a:extLst>
            </p:cNvPr>
            <p:cNvSpPr/>
            <p:nvPr/>
          </p:nvSpPr>
          <p:spPr>
            <a:xfrm>
              <a:off x="-828000" y="4906992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90" name="Picture 12">
              <a:extLst>
                <a:ext uri="{FF2B5EF4-FFF2-40B4-BE49-F238E27FC236}">
                  <a16:creationId xmlns:a16="http://schemas.microsoft.com/office/drawing/2014/main" id="{7801011B-A056-ED1A-5AE3-60BB9A394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5018228"/>
              <a:ext cx="621349" cy="621349"/>
            </a:xfrm>
            <a:prstGeom prst="rect">
              <a:avLst/>
            </a:prstGeom>
          </p:spPr>
        </p:pic>
      </p:grpSp>
      <p:grpSp>
        <p:nvGrpSpPr>
          <p:cNvPr id="91" name="Group 16">
            <a:extLst>
              <a:ext uri="{FF2B5EF4-FFF2-40B4-BE49-F238E27FC236}">
                <a16:creationId xmlns:a16="http://schemas.microsoft.com/office/drawing/2014/main" id="{6998D132-407F-86D3-F814-7EEF26433CC3}"/>
              </a:ext>
            </a:extLst>
          </p:cNvPr>
          <p:cNvGrpSpPr/>
          <p:nvPr/>
        </p:nvGrpSpPr>
        <p:grpSpPr>
          <a:xfrm>
            <a:off x="-1163117" y="75320"/>
            <a:ext cx="828000" cy="828000"/>
            <a:chOff x="-846043" y="136827"/>
            <a:chExt cx="828000" cy="828000"/>
          </a:xfrm>
        </p:grpSpPr>
        <p:sp>
          <p:nvSpPr>
            <p:cNvPr id="92" name="Oval 17">
              <a:extLst>
                <a:ext uri="{FF2B5EF4-FFF2-40B4-BE49-F238E27FC236}">
                  <a16:creationId xmlns:a16="http://schemas.microsoft.com/office/drawing/2014/main" id="{7DAA3F69-805A-E956-CB16-8DC63D9BE3C6}"/>
                </a:ext>
              </a:extLst>
            </p:cNvPr>
            <p:cNvSpPr/>
            <p:nvPr/>
          </p:nvSpPr>
          <p:spPr>
            <a:xfrm>
              <a:off x="-846043" y="136827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93" name="Picture 18">
              <a:extLst>
                <a:ext uri="{FF2B5EF4-FFF2-40B4-BE49-F238E27FC236}">
                  <a16:creationId xmlns:a16="http://schemas.microsoft.com/office/drawing/2014/main" id="{23DA2E6E-4CDE-29CB-9C4B-F7CD855A1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3136" y="213904"/>
              <a:ext cx="664590" cy="664590"/>
            </a:xfrm>
            <a:prstGeom prst="rect">
              <a:avLst/>
            </a:prstGeom>
          </p:spPr>
        </p:pic>
      </p:grpSp>
      <p:grpSp>
        <p:nvGrpSpPr>
          <p:cNvPr id="94" name="Group 19">
            <a:extLst>
              <a:ext uri="{FF2B5EF4-FFF2-40B4-BE49-F238E27FC236}">
                <a16:creationId xmlns:a16="http://schemas.microsoft.com/office/drawing/2014/main" id="{3105B2E9-D3CA-801E-955B-B0309F8BF755}"/>
              </a:ext>
            </a:extLst>
          </p:cNvPr>
          <p:cNvGrpSpPr/>
          <p:nvPr/>
        </p:nvGrpSpPr>
        <p:grpSpPr>
          <a:xfrm>
            <a:off x="-1408220" y="5884325"/>
            <a:ext cx="828000" cy="828000"/>
            <a:chOff x="-828000" y="5845311"/>
            <a:chExt cx="828000" cy="828000"/>
          </a:xfrm>
        </p:grpSpPr>
        <p:sp>
          <p:nvSpPr>
            <p:cNvPr id="95" name="Oval 20">
              <a:extLst>
                <a:ext uri="{FF2B5EF4-FFF2-40B4-BE49-F238E27FC236}">
                  <a16:creationId xmlns:a16="http://schemas.microsoft.com/office/drawing/2014/main" id="{16D0851E-3C15-6BF6-F7CD-FA208DA4BF21}"/>
                </a:ext>
              </a:extLst>
            </p:cNvPr>
            <p:cNvSpPr/>
            <p:nvPr/>
          </p:nvSpPr>
          <p:spPr>
            <a:xfrm>
              <a:off x="-828000" y="5845311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96" name="Picture 21">
              <a:extLst>
                <a:ext uri="{FF2B5EF4-FFF2-40B4-BE49-F238E27FC236}">
                  <a16:creationId xmlns:a16="http://schemas.microsoft.com/office/drawing/2014/main" id="{A015C75C-B76E-06C6-43F3-7806C45006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014" y="5965291"/>
              <a:ext cx="604381" cy="604381"/>
            </a:xfrm>
            <a:prstGeom prst="rect">
              <a:avLst/>
            </a:prstGeom>
          </p:spPr>
        </p:pic>
      </p:grpSp>
      <p:sp>
        <p:nvSpPr>
          <p:cNvPr id="102" name="Oval 3">
            <a:extLst>
              <a:ext uri="{FF2B5EF4-FFF2-40B4-BE49-F238E27FC236}">
                <a16:creationId xmlns:a16="http://schemas.microsoft.com/office/drawing/2014/main" id="{D10CD4BE-C5A1-E607-E9EA-314A84FE27AF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2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grpSp>
        <p:nvGrpSpPr>
          <p:cNvPr id="119" name="Group 10">
            <a:extLst>
              <a:ext uri="{FF2B5EF4-FFF2-40B4-BE49-F238E27FC236}">
                <a16:creationId xmlns:a16="http://schemas.microsoft.com/office/drawing/2014/main" id="{58B373CF-0054-9566-96E9-84B54BBF4DF8}"/>
              </a:ext>
            </a:extLst>
          </p:cNvPr>
          <p:cNvGrpSpPr/>
          <p:nvPr/>
        </p:nvGrpSpPr>
        <p:grpSpPr>
          <a:xfrm>
            <a:off x="551608" y="1491528"/>
            <a:ext cx="828000" cy="828000"/>
            <a:chOff x="-846043" y="1075146"/>
            <a:chExt cx="828000" cy="828000"/>
          </a:xfrm>
          <a:gradFill flip="none" rotWithShape="1">
            <a:gsLst>
              <a:gs pos="0">
                <a:srgbClr val="52C9BD">
                  <a:tint val="66000"/>
                  <a:satMod val="160000"/>
                </a:srgbClr>
              </a:gs>
              <a:gs pos="50000">
                <a:srgbClr val="52C9BD">
                  <a:tint val="44500"/>
                  <a:satMod val="160000"/>
                </a:srgbClr>
              </a:gs>
              <a:gs pos="100000">
                <a:srgbClr val="52C9BD">
                  <a:tint val="23500"/>
                  <a:satMod val="160000"/>
                </a:srgbClr>
              </a:gs>
            </a:gsLst>
            <a:lin ang="10800000" scaled="1"/>
            <a:tileRect/>
          </a:gradFill>
        </p:grpSpPr>
        <p:sp>
          <p:nvSpPr>
            <p:cNvPr id="120" name="Oval 11">
              <a:extLst>
                <a:ext uri="{FF2B5EF4-FFF2-40B4-BE49-F238E27FC236}">
                  <a16:creationId xmlns:a16="http://schemas.microsoft.com/office/drawing/2014/main" id="{EFF7A76F-0FE2-4EF9-A274-D85BDB9BB215}"/>
                </a:ext>
              </a:extLst>
            </p:cNvPr>
            <p:cNvSpPr/>
            <p:nvPr/>
          </p:nvSpPr>
          <p:spPr>
            <a:xfrm>
              <a:off x="-846043" y="1075146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21" name="Picture 12">
              <a:extLst>
                <a:ext uri="{FF2B5EF4-FFF2-40B4-BE49-F238E27FC236}">
                  <a16:creationId xmlns:a16="http://schemas.microsoft.com/office/drawing/2014/main" id="{59EDC9C7-EE74-3545-5A50-3A3A68834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7" y="1180500"/>
              <a:ext cx="628744" cy="628744"/>
            </a:xfrm>
            <a:prstGeom prst="rect">
              <a:avLst/>
            </a:prstGeom>
            <a:grpFill/>
          </p:spPr>
        </p:pic>
      </p:grpSp>
      <p:sp>
        <p:nvSpPr>
          <p:cNvPr id="122" name="Rectangle: Rounded Corners 1">
            <a:extLst>
              <a:ext uri="{FF2B5EF4-FFF2-40B4-BE49-F238E27FC236}">
                <a16:creationId xmlns:a16="http://schemas.microsoft.com/office/drawing/2014/main" id="{CE700400-9156-A4CD-04E8-E34CC45B5A81}"/>
              </a:ext>
            </a:extLst>
          </p:cNvPr>
          <p:cNvSpPr/>
          <p:nvPr/>
        </p:nvSpPr>
        <p:spPr>
          <a:xfrm>
            <a:off x="8010939" y="25945"/>
            <a:ext cx="4116989" cy="402772"/>
          </a:xfrm>
          <a:prstGeom prst="roundRect">
            <a:avLst>
              <a:gd name="adj" fmla="val 32456"/>
            </a:avLst>
          </a:prstGeom>
          <a:solidFill>
            <a:srgbClr val="52C9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PROBLEMATIQUE</a:t>
            </a:r>
          </a:p>
        </p:txBody>
      </p:sp>
    </p:spTree>
    <p:extLst>
      <p:ext uri="{BB962C8B-B14F-4D97-AF65-F5344CB8AC3E}">
        <p14:creationId xmlns:p14="http://schemas.microsoft.com/office/powerpoint/2010/main" val="1640885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77" grpId="0" animBg="1"/>
      <p:bldP spid="7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C6C5-BD0A-E6EC-1DA5-04E23209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Image 44">
            <a:extLst>
              <a:ext uri="{FF2B5EF4-FFF2-40B4-BE49-F238E27FC236}">
                <a16:creationId xmlns:a16="http://schemas.microsoft.com/office/drawing/2014/main" id="{F358D5E9-5A15-74CA-6030-D6D939F13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63771" y="131416"/>
            <a:ext cx="2060711" cy="1934334"/>
          </a:xfrm>
          <a:prstGeom prst="rect">
            <a:avLst/>
          </a:prstGeom>
        </p:spPr>
      </p:pic>
      <p:pic>
        <p:nvPicPr>
          <p:cNvPr id="29" name="Picture 6">
            <a:extLst>
              <a:ext uri="{FF2B5EF4-FFF2-40B4-BE49-F238E27FC236}">
                <a16:creationId xmlns:a16="http://schemas.microsoft.com/office/drawing/2014/main" id="{F69183FF-6EFB-D118-7459-682E2549E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0409" y="1712081"/>
            <a:ext cx="3963619" cy="2901735"/>
          </a:xfrm>
          <a:prstGeom prst="rect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79E55BA5-5B08-2359-39BA-4020FAF1F2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805" y="494507"/>
            <a:ext cx="2060711" cy="2060711"/>
          </a:xfrm>
          <a:prstGeom prst="rect">
            <a:avLst/>
          </a:prstGeom>
        </p:spPr>
      </p:pic>
      <p:sp>
        <p:nvSpPr>
          <p:cNvPr id="31" name="Freeform 145">
            <a:extLst>
              <a:ext uri="{FF2B5EF4-FFF2-40B4-BE49-F238E27FC236}">
                <a16:creationId xmlns:a16="http://schemas.microsoft.com/office/drawing/2014/main" id="{90C5052D-675C-4CEC-40A2-3E5A10A91780}"/>
              </a:ext>
            </a:extLst>
          </p:cNvPr>
          <p:cNvSpPr/>
          <p:nvPr/>
        </p:nvSpPr>
        <p:spPr>
          <a:xfrm>
            <a:off x="0" y="-8665939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68">
            <a:extLst>
              <a:ext uri="{FF2B5EF4-FFF2-40B4-BE49-F238E27FC236}">
                <a16:creationId xmlns:a16="http://schemas.microsoft.com/office/drawing/2014/main" id="{38C2C7F2-C36D-2BA7-1776-996CD105AE61}"/>
              </a:ext>
            </a:extLst>
          </p:cNvPr>
          <p:cNvSpPr txBox="1"/>
          <p:nvPr/>
        </p:nvSpPr>
        <p:spPr>
          <a:xfrm rot="16200000">
            <a:off x="-1477056" y="4279119"/>
            <a:ext cx="4080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PROPOSITION DE SOLUTION</a:t>
            </a:r>
          </a:p>
        </p:txBody>
      </p:sp>
      <p:grpSp>
        <p:nvGrpSpPr>
          <p:cNvPr id="36" name="Group 22">
            <a:extLst>
              <a:ext uri="{FF2B5EF4-FFF2-40B4-BE49-F238E27FC236}">
                <a16:creationId xmlns:a16="http://schemas.microsoft.com/office/drawing/2014/main" id="{0287DFD2-5F34-8C56-72FD-30BE36224E87}"/>
              </a:ext>
            </a:extLst>
          </p:cNvPr>
          <p:cNvGrpSpPr/>
          <p:nvPr/>
        </p:nvGrpSpPr>
        <p:grpSpPr>
          <a:xfrm>
            <a:off x="563218" y="2125469"/>
            <a:ext cx="828000" cy="828000"/>
            <a:chOff x="-846043" y="2028997"/>
            <a:chExt cx="828000" cy="828000"/>
          </a:xfr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</p:grpSpPr>
        <p:sp>
          <p:nvSpPr>
            <p:cNvPr id="37" name="Oval 23">
              <a:extLst>
                <a:ext uri="{FF2B5EF4-FFF2-40B4-BE49-F238E27FC236}">
                  <a16:creationId xmlns:a16="http://schemas.microsoft.com/office/drawing/2014/main" id="{8097BC06-FC9E-7BFE-985A-EC8A25B753EA}"/>
                </a:ext>
              </a:extLst>
            </p:cNvPr>
            <p:cNvSpPr/>
            <p:nvPr/>
          </p:nvSpPr>
          <p:spPr>
            <a:xfrm>
              <a:off x="-846043" y="202899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8" name="Picture 24">
              <a:extLst>
                <a:ext uri="{FF2B5EF4-FFF2-40B4-BE49-F238E27FC236}">
                  <a16:creationId xmlns:a16="http://schemas.microsoft.com/office/drawing/2014/main" id="{186468E7-5D35-4348-0992-D5E2ECBD6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6157" y="2154633"/>
              <a:ext cx="608227" cy="608227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44" name="Image 43">
            <a:extLst>
              <a:ext uri="{FF2B5EF4-FFF2-40B4-BE49-F238E27FC236}">
                <a16:creationId xmlns:a16="http://schemas.microsoft.com/office/drawing/2014/main" id="{9F6C5CA4-F42A-70A8-0FCD-1B68B9F650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186" y="2202379"/>
            <a:ext cx="3782724" cy="2539469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927FF076-6E34-D226-86CB-B9A74D9818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1019" y="2978987"/>
            <a:ext cx="566935" cy="421227"/>
          </a:xfrm>
          <a:prstGeom prst="rect">
            <a:avLst/>
          </a:prstGeom>
        </p:spPr>
      </p:pic>
      <p:sp>
        <p:nvSpPr>
          <p:cNvPr id="46" name="Rectangle: Rounded Corners 1">
            <a:extLst>
              <a:ext uri="{FF2B5EF4-FFF2-40B4-BE49-F238E27FC236}">
                <a16:creationId xmlns:a16="http://schemas.microsoft.com/office/drawing/2014/main" id="{1BD8E7D1-10FE-17F5-7AC7-88796BCE1B89}"/>
              </a:ext>
            </a:extLst>
          </p:cNvPr>
          <p:cNvSpPr/>
          <p:nvPr/>
        </p:nvSpPr>
        <p:spPr>
          <a:xfrm>
            <a:off x="8780092" y="49727"/>
            <a:ext cx="3347836" cy="402772"/>
          </a:xfrm>
          <a:prstGeom prst="roundRect">
            <a:avLst>
              <a:gd name="adj" fmla="val 32456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SOLUTION</a:t>
            </a:r>
            <a:endParaRPr lang="en-US" dirty="0">
              <a:latin typeface="Rockwell" panose="02060603020205020403" pitchFamily="18" charset="0"/>
            </a:endParaRPr>
          </a:p>
        </p:txBody>
      </p:sp>
      <p:grpSp>
        <p:nvGrpSpPr>
          <p:cNvPr id="47" name="Group 49">
            <a:extLst>
              <a:ext uri="{FF2B5EF4-FFF2-40B4-BE49-F238E27FC236}">
                <a16:creationId xmlns:a16="http://schemas.microsoft.com/office/drawing/2014/main" id="{8C2FDA79-C61E-BFB7-8B5F-6C415F1058A3}"/>
              </a:ext>
            </a:extLst>
          </p:cNvPr>
          <p:cNvGrpSpPr/>
          <p:nvPr/>
        </p:nvGrpSpPr>
        <p:grpSpPr>
          <a:xfrm>
            <a:off x="4426362" y="989619"/>
            <a:ext cx="3612623" cy="2552702"/>
            <a:chOff x="1494518" y="2209800"/>
            <a:chExt cx="1591582" cy="1866900"/>
          </a:xfrm>
          <a:solidFill>
            <a:srgbClr val="FFC000"/>
          </a:solidFill>
        </p:grpSpPr>
        <p:sp>
          <p:nvSpPr>
            <p:cNvPr id="48" name="Rectangle: Top Corners Rounded 53">
              <a:extLst>
                <a:ext uri="{FF2B5EF4-FFF2-40B4-BE49-F238E27FC236}">
                  <a16:creationId xmlns:a16="http://schemas.microsoft.com/office/drawing/2014/main" id="{FB4D0039-81BD-3576-9BEA-28526A46DF77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60">
              <a:extLst>
                <a:ext uri="{FF2B5EF4-FFF2-40B4-BE49-F238E27FC236}">
                  <a16:creationId xmlns:a16="http://schemas.microsoft.com/office/drawing/2014/main" id="{1B2197B5-1D79-75D1-ADA4-02615281BEC1}"/>
                </a:ext>
              </a:extLst>
            </p:cNvPr>
            <p:cNvSpPr txBox="1"/>
            <p:nvPr/>
          </p:nvSpPr>
          <p:spPr>
            <a:xfrm>
              <a:off x="1836441" y="3171791"/>
              <a:ext cx="894432" cy="742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2F2F2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sp>
        <p:nvSpPr>
          <p:cNvPr id="50" name="Freeform: Shape 65">
            <a:extLst>
              <a:ext uri="{FF2B5EF4-FFF2-40B4-BE49-F238E27FC236}">
                <a16:creationId xmlns:a16="http://schemas.microsoft.com/office/drawing/2014/main" id="{5672203B-42A6-FE27-FD2A-AC1CF69EE80A}"/>
              </a:ext>
            </a:extLst>
          </p:cNvPr>
          <p:cNvSpPr/>
          <p:nvPr/>
        </p:nvSpPr>
        <p:spPr>
          <a:xfrm flipV="1">
            <a:off x="4398911" y="2608871"/>
            <a:ext cx="3647050" cy="4108534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7000" sy="10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73">
            <a:extLst>
              <a:ext uri="{FF2B5EF4-FFF2-40B4-BE49-F238E27FC236}">
                <a16:creationId xmlns:a16="http://schemas.microsoft.com/office/drawing/2014/main" id="{24DC9A42-5C69-C94C-7014-2C92656EF935}"/>
              </a:ext>
            </a:extLst>
          </p:cNvPr>
          <p:cNvSpPr txBox="1"/>
          <p:nvPr/>
        </p:nvSpPr>
        <p:spPr>
          <a:xfrm>
            <a:off x="4436254" y="3303063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  <a:latin typeface="Tw Cen MT" panose="020B0602020104020603" pitchFamily="34" charset="0"/>
              </a:rPr>
              <a:t>SOLUTION</a:t>
            </a:r>
          </a:p>
        </p:txBody>
      </p:sp>
      <p:pic>
        <p:nvPicPr>
          <p:cNvPr id="52" name="Picture 81">
            <a:extLst>
              <a:ext uri="{FF2B5EF4-FFF2-40B4-BE49-F238E27FC236}">
                <a16:creationId xmlns:a16="http://schemas.microsoft.com/office/drawing/2014/main" id="{B07C6170-68D1-DBFE-FD65-E8C0613631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1040" y="4563849"/>
            <a:ext cx="1413854" cy="1429921"/>
          </a:xfrm>
          <a:prstGeom prst="rect">
            <a:avLst/>
          </a:prstGeom>
        </p:spPr>
      </p:pic>
      <p:sp>
        <p:nvSpPr>
          <p:cNvPr id="53" name="TextBox 43">
            <a:extLst>
              <a:ext uri="{FF2B5EF4-FFF2-40B4-BE49-F238E27FC236}">
                <a16:creationId xmlns:a16="http://schemas.microsoft.com/office/drawing/2014/main" id="{6E618047-11D1-F487-404F-2A4BCE474489}"/>
              </a:ext>
            </a:extLst>
          </p:cNvPr>
          <p:cNvSpPr txBox="1"/>
          <p:nvPr/>
        </p:nvSpPr>
        <p:spPr>
          <a:xfrm>
            <a:off x="4592963" y="1220144"/>
            <a:ext cx="3279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2F2F2"/>
                </a:solidFill>
                <a:latin typeface="Tw Cen MT" panose="020B0602020104020603" pitchFamily="34" charset="0"/>
              </a:rPr>
              <a:t>PROPOSITON</a:t>
            </a:r>
          </a:p>
          <a:p>
            <a:pPr algn="ctr"/>
            <a:r>
              <a:rPr lang="en-US" sz="3600" b="1" dirty="0">
                <a:solidFill>
                  <a:srgbClr val="F2F2F2"/>
                </a:solidFill>
                <a:latin typeface="Tw Cen MT" panose="020B0602020104020603" pitchFamily="34" charset="0"/>
              </a:rPr>
              <a:t>DE SOLUTION</a:t>
            </a:r>
          </a:p>
        </p:txBody>
      </p:sp>
      <p:sp>
        <p:nvSpPr>
          <p:cNvPr id="54" name="TextBox 73">
            <a:extLst>
              <a:ext uri="{FF2B5EF4-FFF2-40B4-BE49-F238E27FC236}">
                <a16:creationId xmlns:a16="http://schemas.microsoft.com/office/drawing/2014/main" id="{16FD4E4C-61DC-0C55-4F7D-6C13C294CE30}"/>
              </a:ext>
            </a:extLst>
          </p:cNvPr>
          <p:cNvSpPr txBox="1"/>
          <p:nvPr/>
        </p:nvSpPr>
        <p:spPr>
          <a:xfrm>
            <a:off x="4452792" y="3811880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  <a:latin typeface="Tw Cen MT" panose="020B0602020104020603" pitchFamily="34" charset="0"/>
              </a:rPr>
              <a:t>FONCTIONNALITÉS</a:t>
            </a:r>
          </a:p>
        </p:txBody>
      </p:sp>
    </p:spTree>
    <p:extLst>
      <p:ext uri="{BB962C8B-B14F-4D97-AF65-F5344CB8AC3E}">
        <p14:creationId xmlns:p14="http://schemas.microsoft.com/office/powerpoint/2010/main" val="2285669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5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6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633 -0.01527 C -0.03633 0.00093 -0.02865 0.01412 -0.01901 0.01412 C -0.00769 0.01412 -0.00365 -0.00069 -0.00183 -0.00949 L -0.00013 -0.02129 C 0.00156 -0.03009 0.00586 -0.04467 0.01862 -0.04467 C 0.02682 -0.04467 0.03619 -0.03171 0.03619 -0.01527 C 0.03619 0.00093 0.02682 0.01412 0.01862 0.01412 C 0.00586 0.01412 0.00156 -0.00069 -0.00013 -0.00949 L -0.00183 -0.02129 C -0.00365 -0.03009 -0.00769 -0.04467 -0.01901 -0.04467 C -0.02865 -0.04467 -0.03633 -0.03171 -0.03633 -0.01527 Z " pathEditMode="relative" rAng="0" ptsTypes="AAAAAAAAAAA">
                                      <p:cBhvr>
                                        <p:cTn id="8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0" y="0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500"/>
                            </p:stCondLst>
                            <p:childTnLst>
                              <p:par>
                                <p:cTn id="8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46" grpId="0" animBg="1"/>
      <p:bldP spid="50" grpId="0" animBg="1"/>
      <p:bldP spid="50" grpId="1" animBg="1"/>
      <p:bldP spid="51" grpId="0"/>
      <p:bldP spid="51" grpId="1"/>
      <p:bldP spid="53" grpId="0"/>
      <p:bldP spid="53" grpId="1"/>
      <p:bldP spid="54" grpId="0"/>
      <p:bldP spid="5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3E464-0F5B-0A8C-0D36-D2A0E212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1">
            <a:extLst>
              <a:ext uri="{FF2B5EF4-FFF2-40B4-BE49-F238E27FC236}">
                <a16:creationId xmlns:a16="http://schemas.microsoft.com/office/drawing/2014/main" id="{8C8DD64B-AF15-4355-5987-88E379BA03F9}"/>
              </a:ext>
            </a:extLst>
          </p:cNvPr>
          <p:cNvSpPr/>
          <p:nvPr/>
        </p:nvSpPr>
        <p:spPr>
          <a:xfrm>
            <a:off x="8780092" y="49727"/>
            <a:ext cx="3347836" cy="402772"/>
          </a:xfrm>
          <a:prstGeom prst="roundRect">
            <a:avLst>
              <a:gd name="adj" fmla="val 32456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FONCTIONNALITÉS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1" name="Oval 3">
            <a:extLst>
              <a:ext uri="{FF2B5EF4-FFF2-40B4-BE49-F238E27FC236}">
                <a16:creationId xmlns:a16="http://schemas.microsoft.com/office/drawing/2014/main" id="{56630364-FC30-989F-02F9-99A2006C39D9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4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52" name="Freeform 145">
            <a:extLst>
              <a:ext uri="{FF2B5EF4-FFF2-40B4-BE49-F238E27FC236}">
                <a16:creationId xmlns:a16="http://schemas.microsoft.com/office/drawing/2014/main" id="{AD50B06F-0309-117E-5D39-68060E3EECF5}"/>
              </a:ext>
            </a:extLst>
          </p:cNvPr>
          <p:cNvSpPr/>
          <p:nvPr/>
        </p:nvSpPr>
        <p:spPr>
          <a:xfrm>
            <a:off x="0" y="-8665939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84D5946D-338D-1078-2EE9-6930857FEE22}"/>
              </a:ext>
            </a:extLst>
          </p:cNvPr>
          <p:cNvSpPr txBox="1"/>
          <p:nvPr/>
        </p:nvSpPr>
        <p:spPr>
          <a:xfrm rot="16200000">
            <a:off x="-1601664" y="4041133"/>
            <a:ext cx="4080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PROPOSITION DE SOLUTION</a:t>
            </a:r>
          </a:p>
        </p:txBody>
      </p:sp>
      <p:grpSp>
        <p:nvGrpSpPr>
          <p:cNvPr id="54" name="Group 22">
            <a:extLst>
              <a:ext uri="{FF2B5EF4-FFF2-40B4-BE49-F238E27FC236}">
                <a16:creationId xmlns:a16="http://schemas.microsoft.com/office/drawing/2014/main" id="{0B49A7DD-95F1-4381-C27B-90001636473F}"/>
              </a:ext>
            </a:extLst>
          </p:cNvPr>
          <p:cNvGrpSpPr/>
          <p:nvPr/>
        </p:nvGrpSpPr>
        <p:grpSpPr>
          <a:xfrm>
            <a:off x="563218" y="2125469"/>
            <a:ext cx="828000" cy="828000"/>
            <a:chOff x="-846043" y="2028997"/>
            <a:chExt cx="828000" cy="828000"/>
          </a:xfr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10800000" scaled="1"/>
            <a:tileRect/>
          </a:gradFill>
        </p:grpSpPr>
        <p:sp>
          <p:nvSpPr>
            <p:cNvPr id="55" name="Oval 23">
              <a:extLst>
                <a:ext uri="{FF2B5EF4-FFF2-40B4-BE49-F238E27FC236}">
                  <a16:creationId xmlns:a16="http://schemas.microsoft.com/office/drawing/2014/main" id="{01CD5559-B49A-B7FF-E94A-47AED1900D64}"/>
                </a:ext>
              </a:extLst>
            </p:cNvPr>
            <p:cNvSpPr/>
            <p:nvPr/>
          </p:nvSpPr>
          <p:spPr>
            <a:xfrm>
              <a:off x="-846043" y="202899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56" name="Picture 24">
              <a:extLst>
                <a:ext uri="{FF2B5EF4-FFF2-40B4-BE49-F238E27FC236}">
                  <a16:creationId xmlns:a16="http://schemas.microsoft.com/office/drawing/2014/main" id="{0C657FD7-4A6E-A334-7575-8207AB5E5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6157" y="2154633"/>
              <a:ext cx="608227" cy="608227"/>
            </a:xfrm>
            <a:prstGeom prst="rect">
              <a:avLst/>
            </a:prstGeom>
            <a:grp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6762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52" grpId="0" animBg="1"/>
      <p:bldP spid="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7E9DA-D6BE-940A-B54E-CB2AC67D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 145">
            <a:extLst>
              <a:ext uri="{FF2B5EF4-FFF2-40B4-BE49-F238E27FC236}">
                <a16:creationId xmlns:a16="http://schemas.microsoft.com/office/drawing/2014/main" id="{F1651786-D16C-ACB0-5CCC-12D02F262F7B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2DA4E46D-D9C3-B9C6-FF3B-6820CAB94A99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33" name="Group 7">
            <a:extLst>
              <a:ext uri="{FF2B5EF4-FFF2-40B4-BE49-F238E27FC236}">
                <a16:creationId xmlns:a16="http://schemas.microsoft.com/office/drawing/2014/main" id="{D5316E34-C4C6-6DF9-CADD-2AAADF6DFA8A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34" name="Oval 8">
              <a:extLst>
                <a:ext uri="{FF2B5EF4-FFF2-40B4-BE49-F238E27FC236}">
                  <a16:creationId xmlns:a16="http://schemas.microsoft.com/office/drawing/2014/main" id="{5D22DEAC-1291-FB05-2560-32002DCA7A7F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8" name="Picture 9">
              <a:extLst>
                <a:ext uri="{FF2B5EF4-FFF2-40B4-BE49-F238E27FC236}">
                  <a16:creationId xmlns:a16="http://schemas.microsoft.com/office/drawing/2014/main" id="{2FCFBB9E-569E-4564-7404-DE7E506A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  <p:sp>
        <p:nvSpPr>
          <p:cNvPr id="39" name="Rectangle: Rounded Corners 1">
            <a:extLst>
              <a:ext uri="{FF2B5EF4-FFF2-40B4-BE49-F238E27FC236}">
                <a16:creationId xmlns:a16="http://schemas.microsoft.com/office/drawing/2014/main" id="{D61699A2-BD9B-9CF1-C2AC-B8AAEB9ACF73}"/>
              </a:ext>
            </a:extLst>
          </p:cNvPr>
          <p:cNvSpPr/>
          <p:nvPr/>
        </p:nvSpPr>
        <p:spPr>
          <a:xfrm>
            <a:off x="8010939" y="49727"/>
            <a:ext cx="4116989" cy="402772"/>
          </a:xfrm>
          <a:prstGeom prst="roundRect">
            <a:avLst>
              <a:gd name="adj" fmla="val 32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2TUP (Two Track Unified Process)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F96E28E7-9EDD-6266-B421-8BEE124BE554}"/>
              </a:ext>
            </a:extLst>
          </p:cNvPr>
          <p:cNvGrpSpPr/>
          <p:nvPr/>
        </p:nvGrpSpPr>
        <p:grpSpPr>
          <a:xfrm>
            <a:off x="1195369" y="855569"/>
            <a:ext cx="7437747" cy="5630642"/>
            <a:chOff x="0" y="1045029"/>
            <a:chExt cx="7437747" cy="5630642"/>
          </a:xfrm>
        </p:grpSpPr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01C3E873-29F7-E966-BB7F-74B7DFA29C03}"/>
                </a:ext>
              </a:extLst>
            </p:cNvPr>
            <p:cNvGrpSpPr/>
            <p:nvPr/>
          </p:nvGrpSpPr>
          <p:grpSpPr>
            <a:xfrm>
              <a:off x="1516743" y="1545771"/>
              <a:ext cx="4086434" cy="5128536"/>
              <a:chOff x="221343" y="674914"/>
              <a:chExt cx="4086434" cy="5128536"/>
            </a:xfrm>
          </p:grpSpPr>
          <p:cxnSp>
            <p:nvCxnSpPr>
              <p:cNvPr id="65" name="Straight Connector 17">
                <a:extLst>
                  <a:ext uri="{FF2B5EF4-FFF2-40B4-BE49-F238E27FC236}">
                    <a16:creationId xmlns:a16="http://schemas.microsoft.com/office/drawing/2014/main" id="{20C05E32-FFCC-81A9-6E79-0687D04244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64560" y="2905830"/>
                <a:ext cx="1" cy="2897620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18">
                <a:extLst>
                  <a:ext uri="{FF2B5EF4-FFF2-40B4-BE49-F238E27FC236}">
                    <a16:creationId xmlns:a16="http://schemas.microsoft.com/office/drawing/2014/main" id="{20414515-1B79-EBCA-C1C8-DD9EDB8CC5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343" y="801480"/>
                <a:ext cx="2043217" cy="2104350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19">
                <a:extLst>
                  <a:ext uri="{FF2B5EF4-FFF2-40B4-BE49-F238E27FC236}">
                    <a16:creationId xmlns:a16="http://schemas.microsoft.com/office/drawing/2014/main" id="{F41AAAC1-8990-16E0-FE0B-1A03F0ABA3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64562" y="674914"/>
                <a:ext cx="2043215" cy="2230916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43">
                <a:extLst>
                  <a:ext uri="{FF2B5EF4-FFF2-40B4-BE49-F238E27FC236}">
                    <a16:creationId xmlns:a16="http://schemas.microsoft.com/office/drawing/2014/main" id="{DC09D6E9-B490-6BF9-2478-CD8E5CCA63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64559" y="2905830"/>
                <a:ext cx="1" cy="2897620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44">
                <a:extLst>
                  <a:ext uri="{FF2B5EF4-FFF2-40B4-BE49-F238E27FC236}">
                    <a16:creationId xmlns:a16="http://schemas.microsoft.com/office/drawing/2014/main" id="{227D6AC3-F738-02E9-A8BD-CADA0D8527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64561" y="674914"/>
                <a:ext cx="2043215" cy="2230916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25C0F9A-A023-45EB-F4E2-E3F77CEEC02A}"/>
                </a:ext>
              </a:extLst>
            </p:cNvPr>
            <p:cNvSpPr/>
            <p:nvPr/>
          </p:nvSpPr>
          <p:spPr>
            <a:xfrm>
              <a:off x="3559959" y="6174929"/>
              <a:ext cx="2993572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Branche de réalisation</a:t>
              </a:r>
              <a:endParaRPr lang="en-US" sz="2000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5C61F4A-6D2C-D35E-42E7-7FD80A0F7C94}"/>
                </a:ext>
              </a:extLst>
            </p:cNvPr>
            <p:cNvSpPr/>
            <p:nvPr/>
          </p:nvSpPr>
          <p:spPr>
            <a:xfrm>
              <a:off x="4408715" y="1045029"/>
              <a:ext cx="2820716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Branche technique</a:t>
              </a:r>
              <a:endParaRPr lang="en-US" sz="2000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7B83F25B-18A9-C0F2-4D02-AC7E1601256C}"/>
                </a:ext>
              </a:extLst>
            </p:cNvPr>
            <p:cNvSpPr/>
            <p:nvPr/>
          </p:nvSpPr>
          <p:spPr>
            <a:xfrm>
              <a:off x="0" y="1045029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Branche fonctionnelle</a:t>
              </a:r>
              <a:endParaRPr lang="en-US" sz="2000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58" name="Rectangle: Rounded Corners 27">
              <a:extLst>
                <a:ext uri="{FF2B5EF4-FFF2-40B4-BE49-F238E27FC236}">
                  <a16:creationId xmlns:a16="http://schemas.microsoft.com/office/drawing/2014/main" id="{D28FA411-EEF7-A59B-C7A8-9ACB14FAB684}"/>
                </a:ext>
              </a:extLst>
            </p:cNvPr>
            <p:cNvSpPr/>
            <p:nvPr/>
          </p:nvSpPr>
          <p:spPr>
            <a:xfrm>
              <a:off x="511629" y="1970314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Capture des besoins fonctionnels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59" name="Rectangle: Rounded Corners 28">
              <a:extLst>
                <a:ext uri="{FF2B5EF4-FFF2-40B4-BE49-F238E27FC236}">
                  <a16:creationId xmlns:a16="http://schemas.microsoft.com/office/drawing/2014/main" id="{1661B46F-4AA4-BD23-AD35-E8E7481E7DD1}"/>
                </a:ext>
              </a:extLst>
            </p:cNvPr>
            <p:cNvSpPr/>
            <p:nvPr/>
          </p:nvSpPr>
          <p:spPr>
            <a:xfrm>
              <a:off x="4581569" y="1937656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Capture des besoins fonctionnels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60" name="Rectangle: Rounded Corners 29">
              <a:extLst>
                <a:ext uri="{FF2B5EF4-FFF2-40B4-BE49-F238E27FC236}">
                  <a16:creationId xmlns:a16="http://schemas.microsoft.com/office/drawing/2014/main" id="{AF07B989-AADA-299A-9F54-6680CC36474F}"/>
                </a:ext>
              </a:extLst>
            </p:cNvPr>
            <p:cNvSpPr/>
            <p:nvPr/>
          </p:nvSpPr>
          <p:spPr>
            <a:xfrm>
              <a:off x="936190" y="2661229"/>
              <a:ext cx="2623770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Analyse 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61" name="Rectangle: Rounded Corners 30">
              <a:extLst>
                <a:ext uri="{FF2B5EF4-FFF2-40B4-BE49-F238E27FC236}">
                  <a16:creationId xmlns:a16="http://schemas.microsoft.com/office/drawing/2014/main" id="{7D281ACD-D797-C655-B76B-EB07FAD41609}"/>
                </a:ext>
              </a:extLst>
            </p:cNvPr>
            <p:cNvSpPr/>
            <p:nvPr/>
          </p:nvSpPr>
          <p:spPr>
            <a:xfrm>
              <a:off x="3999017" y="2661229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Conception générique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62" name="Rectangle: Rounded Corners 31">
              <a:extLst>
                <a:ext uri="{FF2B5EF4-FFF2-40B4-BE49-F238E27FC236}">
                  <a16:creationId xmlns:a16="http://schemas.microsoft.com/office/drawing/2014/main" id="{6F82858B-D58C-C49A-EB18-5B29BA9047CA}"/>
                </a:ext>
              </a:extLst>
            </p:cNvPr>
            <p:cNvSpPr/>
            <p:nvPr/>
          </p:nvSpPr>
          <p:spPr>
            <a:xfrm>
              <a:off x="2401783" y="3999518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Conception préliminaire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63" name="Rectangle: Rounded Corners 32">
              <a:extLst>
                <a:ext uri="{FF2B5EF4-FFF2-40B4-BE49-F238E27FC236}">
                  <a16:creationId xmlns:a16="http://schemas.microsoft.com/office/drawing/2014/main" id="{466DC55A-AEE2-CBA3-D8FA-F957631233F7}"/>
                </a:ext>
              </a:extLst>
            </p:cNvPr>
            <p:cNvSpPr/>
            <p:nvPr/>
          </p:nvSpPr>
          <p:spPr>
            <a:xfrm>
              <a:off x="2401782" y="4740755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Conception détaillée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64" name="Rectangle: Rounded Corners 33">
              <a:extLst>
                <a:ext uri="{FF2B5EF4-FFF2-40B4-BE49-F238E27FC236}">
                  <a16:creationId xmlns:a16="http://schemas.microsoft.com/office/drawing/2014/main" id="{7289F9C6-EE70-216D-1848-0A4112DC7C97}"/>
                </a:ext>
              </a:extLst>
            </p:cNvPr>
            <p:cNvSpPr/>
            <p:nvPr/>
          </p:nvSpPr>
          <p:spPr>
            <a:xfrm>
              <a:off x="2401782" y="5481992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Codage; tests et recettes</a:t>
              </a:r>
              <a:endParaRPr lang="en-US" dirty="0">
                <a:latin typeface="Rockwell" panose="02060603020205020403" pitchFamily="18" charset="0"/>
              </a:endParaRPr>
            </a:p>
          </p:txBody>
        </p:sp>
      </p:grpSp>
      <p:grpSp>
        <p:nvGrpSpPr>
          <p:cNvPr id="70" name="Group 41">
            <a:extLst>
              <a:ext uri="{FF2B5EF4-FFF2-40B4-BE49-F238E27FC236}">
                <a16:creationId xmlns:a16="http://schemas.microsoft.com/office/drawing/2014/main" id="{46DE6A11-91A6-3DCA-FA86-E4829FD4215D}"/>
              </a:ext>
            </a:extLst>
          </p:cNvPr>
          <p:cNvGrpSpPr/>
          <p:nvPr/>
        </p:nvGrpSpPr>
        <p:grpSpPr>
          <a:xfrm>
            <a:off x="6622475" y="3098549"/>
            <a:ext cx="5325920" cy="2844219"/>
            <a:chOff x="6855195" y="1376386"/>
            <a:chExt cx="5325920" cy="2844219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829F1D3-E98D-1634-D0A0-A569FC9A1BCC}"/>
                </a:ext>
              </a:extLst>
            </p:cNvPr>
            <p:cNvSpPr/>
            <p:nvPr/>
          </p:nvSpPr>
          <p:spPr>
            <a:xfrm>
              <a:off x="7696201" y="2160485"/>
              <a:ext cx="4484914" cy="5007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fr-FR" sz="16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Piloté par les exigences des utilisateurs</a:t>
              </a:r>
              <a:endParaRPr lang="en-US" sz="1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AFD369C-3128-96D2-6A68-7CFEF64A514C}"/>
                </a:ext>
              </a:extLst>
            </p:cNvPr>
            <p:cNvSpPr/>
            <p:nvPr/>
          </p:nvSpPr>
          <p:spPr>
            <a:xfrm>
              <a:off x="7402286" y="2770249"/>
              <a:ext cx="2856179" cy="282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fr-FR" sz="16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Piloté par les risques</a:t>
              </a:r>
              <a:endParaRPr lang="en-US" sz="1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FD812B5-260C-65B2-D2AD-70F4856318B3}"/>
                </a:ext>
              </a:extLst>
            </p:cNvPr>
            <p:cNvSpPr/>
            <p:nvPr/>
          </p:nvSpPr>
          <p:spPr>
            <a:xfrm>
              <a:off x="7108371" y="3161971"/>
              <a:ext cx="3150094" cy="566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fr-FR" sz="1600" dirty="0">
                  <a:solidFill>
                    <a:schemeClr val="tx1"/>
                  </a:solidFill>
                  <a:latin typeface="Rockwell" panose="02060603020205020403" pitchFamily="18" charset="0"/>
                </a:rPr>
                <a:t>Centré sur l’architecture</a:t>
              </a:r>
              <a:endParaRPr lang="en-US" sz="1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8228214-CB02-7B45-AE67-0F5528435187}"/>
                </a:ext>
              </a:extLst>
            </p:cNvPr>
            <p:cNvSpPr/>
            <p:nvPr/>
          </p:nvSpPr>
          <p:spPr>
            <a:xfrm>
              <a:off x="6855195" y="3605890"/>
              <a:ext cx="2626259" cy="614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fr-FR" sz="1600" dirty="0">
                  <a:solidFill>
                    <a:schemeClr val="tx1"/>
                  </a:solidFill>
                  <a:latin typeface="Rockwell" panose="02060603020205020403" pitchFamily="18" charset="0"/>
                </a:rPr>
                <a:t>Orienté composant</a:t>
              </a:r>
              <a:endParaRPr lang="en-US" sz="1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75" name="Rectangle: Rounded Corners 40">
              <a:extLst>
                <a:ext uri="{FF2B5EF4-FFF2-40B4-BE49-F238E27FC236}">
                  <a16:creationId xmlns:a16="http://schemas.microsoft.com/office/drawing/2014/main" id="{78EB4969-732D-3CEF-AF58-9A1E7B850E6D}"/>
                </a:ext>
              </a:extLst>
            </p:cNvPr>
            <p:cNvSpPr/>
            <p:nvPr/>
          </p:nvSpPr>
          <p:spPr>
            <a:xfrm>
              <a:off x="7957457" y="1376386"/>
              <a:ext cx="4223658" cy="593928"/>
            </a:xfrm>
            <a:prstGeom prst="roundRect">
              <a:avLst>
                <a:gd name="adj" fmla="val 3245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Pourquoi 2TUP?</a:t>
              </a:r>
              <a:endParaRPr lang="en-US" sz="40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</p:grpSp>
      <p:sp>
        <p:nvSpPr>
          <p:cNvPr id="76" name="Oval 38">
            <a:extLst>
              <a:ext uri="{FF2B5EF4-FFF2-40B4-BE49-F238E27FC236}">
                <a16:creationId xmlns:a16="http://schemas.microsoft.com/office/drawing/2014/main" id="{74400527-8DBA-EDE0-5771-E33AA82923E8}"/>
              </a:ext>
            </a:extLst>
          </p:cNvPr>
          <p:cNvSpPr/>
          <p:nvPr/>
        </p:nvSpPr>
        <p:spPr>
          <a:xfrm>
            <a:off x="13012065" y="6631242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5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grpSp>
        <p:nvGrpSpPr>
          <p:cNvPr id="85" name="Group 49">
            <a:extLst>
              <a:ext uri="{FF2B5EF4-FFF2-40B4-BE49-F238E27FC236}">
                <a16:creationId xmlns:a16="http://schemas.microsoft.com/office/drawing/2014/main" id="{BD16686C-5B4F-8A96-751B-655604B7E21E}"/>
              </a:ext>
            </a:extLst>
          </p:cNvPr>
          <p:cNvGrpSpPr/>
          <p:nvPr/>
        </p:nvGrpSpPr>
        <p:grpSpPr>
          <a:xfrm>
            <a:off x="4426362" y="989619"/>
            <a:ext cx="3612623" cy="2552702"/>
            <a:chOff x="1494518" y="2209800"/>
            <a:chExt cx="1591582" cy="1866900"/>
          </a:xfrm>
          <a:solidFill>
            <a:schemeClr val="accent2"/>
          </a:solidFill>
        </p:grpSpPr>
        <p:sp>
          <p:nvSpPr>
            <p:cNvPr id="86" name="Rectangle: Top Corners Rounded 53">
              <a:extLst>
                <a:ext uri="{FF2B5EF4-FFF2-40B4-BE49-F238E27FC236}">
                  <a16:creationId xmlns:a16="http://schemas.microsoft.com/office/drawing/2014/main" id="{DBA9BA5D-475D-8A55-46FE-1BEB3179871E}"/>
                </a:ext>
              </a:extLst>
            </p:cNvPr>
            <p:cNvSpPr/>
            <p:nvPr/>
          </p:nvSpPr>
          <p:spPr>
            <a:xfrm>
              <a:off x="1494518" y="2209800"/>
              <a:ext cx="1591582" cy="1866900"/>
            </a:xfrm>
            <a:prstGeom prst="round2SameRect">
              <a:avLst>
                <a:gd name="adj1" fmla="val 12063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60">
              <a:extLst>
                <a:ext uri="{FF2B5EF4-FFF2-40B4-BE49-F238E27FC236}">
                  <a16:creationId xmlns:a16="http://schemas.microsoft.com/office/drawing/2014/main" id="{7938CBC4-A590-A82F-89EE-813A39DBFBD4}"/>
                </a:ext>
              </a:extLst>
            </p:cNvPr>
            <p:cNvSpPr txBox="1"/>
            <p:nvPr/>
          </p:nvSpPr>
          <p:spPr>
            <a:xfrm>
              <a:off x="1836441" y="3171791"/>
              <a:ext cx="894432" cy="74279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2F2F2"/>
                  </a:solidFill>
                  <a:latin typeface="Tw Cen MT" panose="020B0602020104020603" pitchFamily="34" charset="0"/>
                </a:rPr>
                <a:t>3</a:t>
              </a:r>
            </a:p>
          </p:txBody>
        </p:sp>
      </p:grpSp>
      <p:sp>
        <p:nvSpPr>
          <p:cNvPr id="88" name="Freeform: Shape 65">
            <a:extLst>
              <a:ext uri="{FF2B5EF4-FFF2-40B4-BE49-F238E27FC236}">
                <a16:creationId xmlns:a16="http://schemas.microsoft.com/office/drawing/2014/main" id="{64463CF9-ECC0-6929-1318-2FD8B9B35510}"/>
              </a:ext>
            </a:extLst>
          </p:cNvPr>
          <p:cNvSpPr/>
          <p:nvPr/>
        </p:nvSpPr>
        <p:spPr>
          <a:xfrm flipV="1">
            <a:off x="4398911" y="2608871"/>
            <a:ext cx="3647050" cy="4108534"/>
          </a:xfrm>
          <a:custGeom>
            <a:avLst/>
            <a:gdLst>
              <a:gd name="connsiteX0" fmla="*/ 0 w 1591582"/>
              <a:gd name="connsiteY0" fmla="*/ 3031986 h 3031986"/>
              <a:gd name="connsiteX1" fmla="*/ 357641 w 1591582"/>
              <a:gd name="connsiteY1" fmla="*/ 3031986 h 3031986"/>
              <a:gd name="connsiteX2" fmla="*/ 795791 w 1591582"/>
              <a:gd name="connsiteY2" fmla="*/ 2593836 h 3031986"/>
              <a:gd name="connsiteX3" fmla="*/ 1233941 w 1591582"/>
              <a:gd name="connsiteY3" fmla="*/ 3031986 h 3031986"/>
              <a:gd name="connsiteX4" fmla="*/ 1591582 w 1591582"/>
              <a:gd name="connsiteY4" fmla="*/ 3031986 h 3031986"/>
              <a:gd name="connsiteX5" fmla="*/ 1591582 w 1591582"/>
              <a:gd name="connsiteY5" fmla="*/ 314242 h 3031986"/>
              <a:gd name="connsiteX6" fmla="*/ 1277340 w 1591582"/>
              <a:gd name="connsiteY6" fmla="*/ 0 h 3031986"/>
              <a:gd name="connsiteX7" fmla="*/ 314242 w 1591582"/>
              <a:gd name="connsiteY7" fmla="*/ 0 h 3031986"/>
              <a:gd name="connsiteX8" fmla="*/ 0 w 1591582"/>
              <a:gd name="connsiteY8" fmla="*/ 314242 h 303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91582" h="3031986">
                <a:moveTo>
                  <a:pt x="0" y="3031986"/>
                </a:moveTo>
                <a:lnTo>
                  <a:pt x="357641" y="3031986"/>
                </a:lnTo>
                <a:cubicBezTo>
                  <a:pt x="357641" y="2790002"/>
                  <a:pt x="553807" y="2593836"/>
                  <a:pt x="795791" y="2593836"/>
                </a:cubicBezTo>
                <a:cubicBezTo>
                  <a:pt x="1037775" y="2593836"/>
                  <a:pt x="1233941" y="2790002"/>
                  <a:pt x="1233941" y="3031986"/>
                </a:cubicBezTo>
                <a:lnTo>
                  <a:pt x="1591582" y="3031986"/>
                </a:lnTo>
                <a:lnTo>
                  <a:pt x="1591582" y="314242"/>
                </a:lnTo>
                <a:cubicBezTo>
                  <a:pt x="1591582" y="140691"/>
                  <a:pt x="1450891" y="0"/>
                  <a:pt x="1277340" y="0"/>
                </a:cubicBezTo>
                <a:lnTo>
                  <a:pt x="314242" y="0"/>
                </a:lnTo>
                <a:cubicBezTo>
                  <a:pt x="140691" y="0"/>
                  <a:pt x="0" y="140691"/>
                  <a:pt x="0" y="31424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7000" sy="10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TextBox 73">
            <a:extLst>
              <a:ext uri="{FF2B5EF4-FFF2-40B4-BE49-F238E27FC236}">
                <a16:creationId xmlns:a16="http://schemas.microsoft.com/office/drawing/2014/main" id="{2BB164F3-124B-BFC6-31AD-308577B51EA5}"/>
              </a:ext>
            </a:extLst>
          </p:cNvPr>
          <p:cNvSpPr txBox="1"/>
          <p:nvPr/>
        </p:nvSpPr>
        <p:spPr>
          <a:xfrm>
            <a:off x="4436254" y="3303063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Tw Cen MT" panose="020B0602020104020603" pitchFamily="34" charset="0"/>
              </a:rPr>
              <a:t>SOLUTION</a:t>
            </a:r>
          </a:p>
        </p:txBody>
      </p:sp>
      <p:pic>
        <p:nvPicPr>
          <p:cNvPr id="90" name="Picture 81">
            <a:extLst>
              <a:ext uri="{FF2B5EF4-FFF2-40B4-BE49-F238E27FC236}">
                <a16:creationId xmlns:a16="http://schemas.microsoft.com/office/drawing/2014/main" id="{69957DE7-9534-50A7-2F3B-654A3873FA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41131" y="4563849"/>
            <a:ext cx="1413671" cy="1429921"/>
          </a:xfrm>
          <a:prstGeom prst="rect">
            <a:avLst/>
          </a:prstGeom>
        </p:spPr>
      </p:pic>
      <p:sp>
        <p:nvSpPr>
          <p:cNvPr id="91" name="TextBox 43">
            <a:extLst>
              <a:ext uri="{FF2B5EF4-FFF2-40B4-BE49-F238E27FC236}">
                <a16:creationId xmlns:a16="http://schemas.microsoft.com/office/drawing/2014/main" id="{9E38DC81-6E61-E6CF-E28A-8D7ED71809BF}"/>
              </a:ext>
            </a:extLst>
          </p:cNvPr>
          <p:cNvSpPr txBox="1"/>
          <p:nvPr/>
        </p:nvSpPr>
        <p:spPr>
          <a:xfrm>
            <a:off x="4592963" y="1220144"/>
            <a:ext cx="3279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2F2F2"/>
                </a:solidFill>
                <a:latin typeface="Tw Cen MT" panose="020B0602020104020603" pitchFamily="34" charset="0"/>
              </a:rPr>
              <a:t>PROPOSITON</a:t>
            </a:r>
          </a:p>
          <a:p>
            <a:pPr algn="ctr"/>
            <a:r>
              <a:rPr lang="en-US" sz="3600" b="1" dirty="0">
                <a:solidFill>
                  <a:srgbClr val="F2F2F2"/>
                </a:solidFill>
                <a:latin typeface="Tw Cen MT" panose="020B0602020104020603" pitchFamily="34" charset="0"/>
              </a:rPr>
              <a:t>DE SOLUTION</a:t>
            </a:r>
          </a:p>
        </p:txBody>
      </p:sp>
      <p:sp>
        <p:nvSpPr>
          <p:cNvPr id="92" name="TextBox 73">
            <a:extLst>
              <a:ext uri="{FF2B5EF4-FFF2-40B4-BE49-F238E27FC236}">
                <a16:creationId xmlns:a16="http://schemas.microsoft.com/office/drawing/2014/main" id="{A15B66F6-8BA8-23D3-D533-1284D49520DE}"/>
              </a:ext>
            </a:extLst>
          </p:cNvPr>
          <p:cNvSpPr txBox="1"/>
          <p:nvPr/>
        </p:nvSpPr>
        <p:spPr>
          <a:xfrm>
            <a:off x="4452792" y="3811880"/>
            <a:ext cx="3623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Tw Cen MT" panose="020B0602020104020603" pitchFamily="34" charset="0"/>
              </a:rPr>
              <a:t>FONCTIONNALITÉS</a:t>
            </a:r>
          </a:p>
        </p:txBody>
      </p:sp>
    </p:spTree>
    <p:extLst>
      <p:ext uri="{BB962C8B-B14F-4D97-AF65-F5344CB8AC3E}">
        <p14:creationId xmlns:p14="http://schemas.microsoft.com/office/powerpoint/2010/main" val="98275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/>
      <p:bldP spid="39" grpId="0" animBg="1"/>
      <p:bldP spid="88" grpId="0" animBg="1"/>
      <p:bldP spid="88" grpId="1" animBg="1"/>
      <p:bldP spid="89" grpId="0"/>
      <p:bldP spid="89" grpId="1"/>
      <p:bldP spid="91" grpId="0"/>
      <p:bldP spid="91" grpId="1"/>
      <p:bldP spid="92" grpId="0"/>
      <p:bldP spid="9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628BB-E6B3-0212-2598-D37D24C4E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 145">
            <a:extLst>
              <a:ext uri="{FF2B5EF4-FFF2-40B4-BE49-F238E27FC236}">
                <a16:creationId xmlns:a16="http://schemas.microsoft.com/office/drawing/2014/main" id="{481A2049-D277-5986-EEC5-0112F09CAB72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A3F0B6E8-C327-43C5-B8CB-4B1FFC5E4E30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33" name="Group 7">
            <a:extLst>
              <a:ext uri="{FF2B5EF4-FFF2-40B4-BE49-F238E27FC236}">
                <a16:creationId xmlns:a16="http://schemas.microsoft.com/office/drawing/2014/main" id="{37581488-5BDC-A74A-83FF-C724CCFCA5F0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34" name="Oval 8">
              <a:extLst>
                <a:ext uri="{FF2B5EF4-FFF2-40B4-BE49-F238E27FC236}">
                  <a16:creationId xmlns:a16="http://schemas.microsoft.com/office/drawing/2014/main" id="{6C0627E3-4E78-AF09-824C-C8E50274E384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8" name="Picture 9">
              <a:extLst>
                <a:ext uri="{FF2B5EF4-FFF2-40B4-BE49-F238E27FC236}">
                  <a16:creationId xmlns:a16="http://schemas.microsoft.com/office/drawing/2014/main" id="{6FF16C6F-7E6B-5795-FF99-2068274EC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  <p:sp>
        <p:nvSpPr>
          <p:cNvPr id="39" name="Rectangle: Rounded Corners 1">
            <a:extLst>
              <a:ext uri="{FF2B5EF4-FFF2-40B4-BE49-F238E27FC236}">
                <a16:creationId xmlns:a16="http://schemas.microsoft.com/office/drawing/2014/main" id="{CC4B8EF0-98F5-908E-E045-65D29C2396DF}"/>
              </a:ext>
            </a:extLst>
          </p:cNvPr>
          <p:cNvSpPr/>
          <p:nvPr/>
        </p:nvSpPr>
        <p:spPr>
          <a:xfrm>
            <a:off x="8010939" y="49727"/>
            <a:ext cx="4116989" cy="402772"/>
          </a:xfrm>
          <a:prstGeom prst="roundRect">
            <a:avLst>
              <a:gd name="adj" fmla="val 32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UML(</a:t>
            </a:r>
            <a:r>
              <a:rPr lang="en-US" dirty="0">
                <a:latin typeface="Rockwell" panose="02060603020205020403" pitchFamily="18" charset="0"/>
              </a:rPr>
              <a:t>Unified Modeling Language)</a:t>
            </a:r>
          </a:p>
        </p:txBody>
      </p:sp>
      <p:sp>
        <p:nvSpPr>
          <p:cNvPr id="76" name="Oval 38">
            <a:extLst>
              <a:ext uri="{FF2B5EF4-FFF2-40B4-BE49-F238E27FC236}">
                <a16:creationId xmlns:a16="http://schemas.microsoft.com/office/drawing/2014/main" id="{CE0037E1-46DF-0476-649F-94C481007DC7}"/>
              </a:ext>
            </a:extLst>
          </p:cNvPr>
          <p:cNvSpPr/>
          <p:nvPr/>
        </p:nvSpPr>
        <p:spPr>
          <a:xfrm>
            <a:off x="13012065" y="6631242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5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A722CA3-698D-0AA4-1CD1-8F5581A54D88}"/>
              </a:ext>
            </a:extLst>
          </p:cNvPr>
          <p:cNvGrpSpPr/>
          <p:nvPr/>
        </p:nvGrpSpPr>
        <p:grpSpPr>
          <a:xfrm>
            <a:off x="1820258" y="3936386"/>
            <a:ext cx="4484914" cy="1284842"/>
            <a:chOff x="7696201" y="1376386"/>
            <a:chExt cx="4484914" cy="128484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1E20ECA-9E60-FBD6-CFCF-FA9EBFAACAD2}"/>
                </a:ext>
              </a:extLst>
            </p:cNvPr>
            <p:cNvSpPr/>
            <p:nvPr/>
          </p:nvSpPr>
          <p:spPr>
            <a:xfrm>
              <a:off x="7696201" y="2160485"/>
              <a:ext cx="4484914" cy="5007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Wingdings" panose="05000000000000000000" pitchFamily="2" charset="2"/>
                <a:buChar char="ü"/>
              </a:pPr>
              <a:r>
                <a:rPr lang="fr-FR" sz="16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Piloté sur les besoins des utilisateurs</a:t>
              </a:r>
              <a:endParaRPr lang="en-US" sz="16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8" name="Rectangle: Rounded Corners 9">
              <a:extLst>
                <a:ext uri="{FF2B5EF4-FFF2-40B4-BE49-F238E27FC236}">
                  <a16:creationId xmlns:a16="http://schemas.microsoft.com/office/drawing/2014/main" id="{EF89618F-0DFF-D56E-45C7-A48EAC7B2EA9}"/>
                </a:ext>
              </a:extLst>
            </p:cNvPr>
            <p:cNvSpPr/>
            <p:nvPr/>
          </p:nvSpPr>
          <p:spPr>
            <a:xfrm>
              <a:off x="7957457" y="1376386"/>
              <a:ext cx="4223658" cy="593928"/>
            </a:xfrm>
            <a:prstGeom prst="roundRect">
              <a:avLst>
                <a:gd name="adj" fmla="val 32456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4000" dirty="0">
                  <a:solidFill>
                    <a:schemeClr val="tx1"/>
                  </a:solidFill>
                  <a:latin typeface="Rockwell" panose="02060603020205020403" pitchFamily="18" charset="0"/>
                </a:rPr>
                <a:t>Pourquoi UML?</a:t>
              </a:r>
              <a:endParaRPr lang="en-US" sz="4000" dirty="0">
                <a:solidFill>
                  <a:schemeClr val="tx1"/>
                </a:solidFill>
                <a:latin typeface="Rockwell" panose="02060603020205020403" pitchFamily="18" charset="0"/>
              </a:endParaRP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3DF0914A-14FB-28A5-A9D9-E4D5D1115F79}"/>
              </a:ext>
            </a:extLst>
          </p:cNvPr>
          <p:cNvGrpSpPr/>
          <p:nvPr/>
        </p:nvGrpSpPr>
        <p:grpSpPr>
          <a:xfrm>
            <a:off x="1274616" y="-185348"/>
            <a:ext cx="4956110" cy="3552817"/>
            <a:chOff x="264368" y="-531724"/>
            <a:chExt cx="4956110" cy="3552817"/>
          </a:xfrm>
        </p:grpSpPr>
        <p:pic>
          <p:nvPicPr>
            <p:cNvPr id="10" name="Graphic 10">
              <a:extLst>
                <a:ext uri="{FF2B5EF4-FFF2-40B4-BE49-F238E27FC236}">
                  <a16:creationId xmlns:a16="http://schemas.microsoft.com/office/drawing/2014/main" id="{AB9199FE-4C95-4EC7-B1D5-8E6206F0D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6881" y="-531724"/>
              <a:ext cx="4883597" cy="355281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180B27-41E6-A16A-2E8E-3405FF4E5087}"/>
                </a:ext>
              </a:extLst>
            </p:cNvPr>
            <p:cNvSpPr/>
            <p:nvPr/>
          </p:nvSpPr>
          <p:spPr>
            <a:xfrm>
              <a:off x="264368" y="2272654"/>
              <a:ext cx="1988393" cy="60769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400" dirty="0">
                  <a:solidFill>
                    <a:schemeClr val="accent2">
                      <a:lumMod val="75000"/>
                    </a:schemeClr>
                  </a:solidFill>
                  <a:latin typeface="Rockwell" panose="02060603020205020403" pitchFamily="18" charset="0"/>
                </a:rPr>
                <a:t>Version 1.3</a:t>
              </a:r>
              <a:endParaRPr lang="en-US" sz="2400" dirty="0">
                <a:solidFill>
                  <a:schemeClr val="accent2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</p:grpSp>
      <p:sp>
        <p:nvSpPr>
          <p:cNvPr id="12" name="Oval 13">
            <a:extLst>
              <a:ext uri="{FF2B5EF4-FFF2-40B4-BE49-F238E27FC236}">
                <a16:creationId xmlns:a16="http://schemas.microsoft.com/office/drawing/2014/main" id="{844C2CAC-57B7-E9C7-4E27-118247FB3E06}"/>
              </a:ext>
            </a:extLst>
          </p:cNvPr>
          <p:cNvSpPr/>
          <p:nvPr/>
        </p:nvSpPr>
        <p:spPr>
          <a:xfrm>
            <a:off x="12675235" y="659839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6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grpSp>
        <p:nvGrpSpPr>
          <p:cNvPr id="13" name="Group 37">
            <a:extLst>
              <a:ext uri="{FF2B5EF4-FFF2-40B4-BE49-F238E27FC236}">
                <a16:creationId xmlns:a16="http://schemas.microsoft.com/office/drawing/2014/main" id="{8A2B3941-4241-7853-D087-B85334B73BDC}"/>
              </a:ext>
            </a:extLst>
          </p:cNvPr>
          <p:cNvGrpSpPr/>
          <p:nvPr/>
        </p:nvGrpSpPr>
        <p:grpSpPr>
          <a:xfrm>
            <a:off x="5953399" y="1448241"/>
            <a:ext cx="2960915" cy="5291719"/>
            <a:chOff x="4985658" y="812450"/>
            <a:chExt cx="2960915" cy="5291719"/>
          </a:xfrm>
        </p:grpSpPr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D587BDF0-F2BB-E6F6-DD70-36637C2ED169}"/>
                </a:ext>
              </a:extLst>
            </p:cNvPr>
            <p:cNvGrpSpPr/>
            <p:nvPr/>
          </p:nvGrpSpPr>
          <p:grpSpPr>
            <a:xfrm>
              <a:off x="4985658" y="812450"/>
              <a:ext cx="2944832" cy="5291719"/>
              <a:chOff x="0" y="1045029"/>
              <a:chExt cx="2944832" cy="5291719"/>
            </a:xfrm>
          </p:grpSpPr>
          <p:cxnSp>
            <p:nvCxnSpPr>
              <p:cNvPr id="18" name="Straight Connector 15">
                <a:extLst>
                  <a:ext uri="{FF2B5EF4-FFF2-40B4-BE49-F238E27FC236}">
                    <a16:creationId xmlns:a16="http://schemas.microsoft.com/office/drawing/2014/main" id="{45BCA64C-1C7A-3CDF-F3D8-80DA7DF9FE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203" y="1672337"/>
                <a:ext cx="30541" cy="4664411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59B73AF-C33A-D98B-808E-C2FC16362298}"/>
                  </a:ext>
                </a:extLst>
              </p:cNvPr>
              <p:cNvSpPr/>
              <p:nvPr/>
            </p:nvSpPr>
            <p:spPr>
              <a:xfrm>
                <a:off x="0" y="1045029"/>
                <a:ext cx="2856178" cy="5007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dirty="0">
                    <a:solidFill>
                      <a:schemeClr val="accent6">
                        <a:lumMod val="75000"/>
                      </a:schemeClr>
                    </a:solidFill>
                    <a:latin typeface="Rockwell" panose="02060603020205020403" pitchFamily="18" charset="0"/>
                  </a:rPr>
                  <a:t>Vue statique</a:t>
                </a:r>
                <a:endParaRPr lang="en-US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endParaRPr>
              </a:p>
            </p:txBody>
          </p:sp>
          <p:sp>
            <p:nvSpPr>
              <p:cNvPr id="20" name="Rectangle: Rounded Corners 17">
                <a:extLst>
                  <a:ext uri="{FF2B5EF4-FFF2-40B4-BE49-F238E27FC236}">
                    <a16:creationId xmlns:a16="http://schemas.microsoft.com/office/drawing/2014/main" id="{C56F8FC3-F0AB-145C-D6DA-4E9C6A4B186D}"/>
                  </a:ext>
                </a:extLst>
              </p:cNvPr>
              <p:cNvSpPr/>
              <p:nvPr/>
            </p:nvSpPr>
            <p:spPr>
              <a:xfrm>
                <a:off x="73384" y="2358982"/>
                <a:ext cx="2856178" cy="500742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Diagramme de cas d’utilisation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21" name="Rectangle: Rounded Corners 18">
                <a:extLst>
                  <a:ext uri="{FF2B5EF4-FFF2-40B4-BE49-F238E27FC236}">
                    <a16:creationId xmlns:a16="http://schemas.microsoft.com/office/drawing/2014/main" id="{999DEEBD-01B2-93E6-44AC-8B74BB029F63}"/>
                  </a:ext>
                </a:extLst>
              </p:cNvPr>
              <p:cNvSpPr/>
              <p:nvPr/>
            </p:nvSpPr>
            <p:spPr>
              <a:xfrm>
                <a:off x="88655" y="3070408"/>
                <a:ext cx="2856177" cy="513064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Diagramme d’objet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</p:grpSp>
        <p:sp>
          <p:nvSpPr>
            <p:cNvPr id="15" name="Rectangle: Rounded Corners 19">
              <a:extLst>
                <a:ext uri="{FF2B5EF4-FFF2-40B4-BE49-F238E27FC236}">
                  <a16:creationId xmlns:a16="http://schemas.microsoft.com/office/drawing/2014/main" id="{1DEB40BB-D686-078A-552A-786631F6FA74}"/>
                </a:ext>
              </a:extLst>
            </p:cNvPr>
            <p:cNvSpPr/>
            <p:nvPr/>
          </p:nvSpPr>
          <p:spPr>
            <a:xfrm>
              <a:off x="5059042" y="3571045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Diagramme de classe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16" name="Rectangle: Rounded Corners 21">
              <a:extLst>
                <a:ext uri="{FF2B5EF4-FFF2-40B4-BE49-F238E27FC236}">
                  <a16:creationId xmlns:a16="http://schemas.microsoft.com/office/drawing/2014/main" id="{8769062C-6B62-1DEC-0C66-69561D43F8AD}"/>
                </a:ext>
              </a:extLst>
            </p:cNvPr>
            <p:cNvSpPr/>
            <p:nvPr/>
          </p:nvSpPr>
          <p:spPr>
            <a:xfrm>
              <a:off x="5090395" y="4297161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Diagramme de composant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17" name="Rectangle: Rounded Corners 22">
              <a:extLst>
                <a:ext uri="{FF2B5EF4-FFF2-40B4-BE49-F238E27FC236}">
                  <a16:creationId xmlns:a16="http://schemas.microsoft.com/office/drawing/2014/main" id="{9DF825B5-31FA-7BA6-BB6D-F70DAFED5429}"/>
                </a:ext>
              </a:extLst>
            </p:cNvPr>
            <p:cNvSpPr/>
            <p:nvPr/>
          </p:nvSpPr>
          <p:spPr>
            <a:xfrm>
              <a:off x="5090395" y="5023277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Diagramme de déploiement</a:t>
              </a:r>
              <a:endParaRPr lang="en-US" dirty="0">
                <a:latin typeface="Rockwell" panose="02060603020205020403" pitchFamily="18" charset="0"/>
              </a:endParaRPr>
            </a:p>
          </p:txBody>
        </p:sp>
      </p:grpSp>
      <p:grpSp>
        <p:nvGrpSpPr>
          <p:cNvPr id="22" name="Group 38">
            <a:extLst>
              <a:ext uri="{FF2B5EF4-FFF2-40B4-BE49-F238E27FC236}">
                <a16:creationId xmlns:a16="http://schemas.microsoft.com/office/drawing/2014/main" id="{E9C44EAE-0856-4839-02FD-BFA9A5F006D6}"/>
              </a:ext>
            </a:extLst>
          </p:cNvPr>
          <p:cNvGrpSpPr/>
          <p:nvPr/>
        </p:nvGrpSpPr>
        <p:grpSpPr>
          <a:xfrm>
            <a:off x="8921826" y="1084292"/>
            <a:ext cx="2944832" cy="5291719"/>
            <a:chOff x="8700589" y="845778"/>
            <a:chExt cx="2944832" cy="5291719"/>
          </a:xfrm>
        </p:grpSpPr>
        <p:grpSp>
          <p:nvGrpSpPr>
            <p:cNvPr id="23" name="Group 30">
              <a:extLst>
                <a:ext uri="{FF2B5EF4-FFF2-40B4-BE49-F238E27FC236}">
                  <a16:creationId xmlns:a16="http://schemas.microsoft.com/office/drawing/2014/main" id="{5E703919-60E0-3943-8783-F14FD81F63BD}"/>
                </a:ext>
              </a:extLst>
            </p:cNvPr>
            <p:cNvGrpSpPr/>
            <p:nvPr/>
          </p:nvGrpSpPr>
          <p:grpSpPr>
            <a:xfrm>
              <a:off x="8700589" y="845778"/>
              <a:ext cx="2944832" cy="5291719"/>
              <a:chOff x="0" y="1045029"/>
              <a:chExt cx="2944832" cy="5291719"/>
            </a:xfrm>
          </p:grpSpPr>
          <p:cxnSp>
            <p:nvCxnSpPr>
              <p:cNvPr id="26" name="Straight Connector 31">
                <a:extLst>
                  <a:ext uri="{FF2B5EF4-FFF2-40B4-BE49-F238E27FC236}">
                    <a16:creationId xmlns:a16="http://schemas.microsoft.com/office/drawing/2014/main" id="{06CA3CC3-059D-1BB3-8369-E8F1CDEE26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86203" y="1672337"/>
                <a:ext cx="30541" cy="4664411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2B86109-2F83-6A42-D7EE-DC1D0E0A4AF5}"/>
                  </a:ext>
                </a:extLst>
              </p:cNvPr>
              <p:cNvSpPr/>
              <p:nvPr/>
            </p:nvSpPr>
            <p:spPr>
              <a:xfrm>
                <a:off x="0" y="1045029"/>
                <a:ext cx="2856178" cy="5007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dirty="0">
                    <a:solidFill>
                      <a:schemeClr val="accent6">
                        <a:lumMod val="75000"/>
                      </a:schemeClr>
                    </a:solidFill>
                    <a:latin typeface="Rockwell" panose="02060603020205020403" pitchFamily="18" charset="0"/>
                  </a:rPr>
                  <a:t>Vue dynamique</a:t>
                </a:r>
                <a:endParaRPr lang="en-US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endParaRPr>
              </a:p>
            </p:txBody>
          </p:sp>
          <p:sp>
            <p:nvSpPr>
              <p:cNvPr id="28" name="Rectangle: Rounded Corners 33">
                <a:extLst>
                  <a:ext uri="{FF2B5EF4-FFF2-40B4-BE49-F238E27FC236}">
                    <a16:creationId xmlns:a16="http://schemas.microsoft.com/office/drawing/2014/main" id="{28580D81-6D42-72A3-972F-D4F770DF569D}"/>
                  </a:ext>
                </a:extLst>
              </p:cNvPr>
              <p:cNvSpPr/>
              <p:nvPr/>
            </p:nvSpPr>
            <p:spPr>
              <a:xfrm>
                <a:off x="73384" y="2358982"/>
                <a:ext cx="2856178" cy="500742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Diagramme de collaboration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29" name="Rectangle: Rounded Corners 34">
                <a:extLst>
                  <a:ext uri="{FF2B5EF4-FFF2-40B4-BE49-F238E27FC236}">
                    <a16:creationId xmlns:a16="http://schemas.microsoft.com/office/drawing/2014/main" id="{339696C7-6BF5-4F68-5081-550908FF0A14}"/>
                  </a:ext>
                </a:extLst>
              </p:cNvPr>
              <p:cNvSpPr/>
              <p:nvPr/>
            </p:nvSpPr>
            <p:spPr>
              <a:xfrm>
                <a:off x="88655" y="3070408"/>
                <a:ext cx="2856177" cy="513064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Diagramme de séquence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</p:grpSp>
        <p:sp>
          <p:nvSpPr>
            <p:cNvPr id="24" name="Rectangle: Rounded Corners 35">
              <a:extLst>
                <a:ext uri="{FF2B5EF4-FFF2-40B4-BE49-F238E27FC236}">
                  <a16:creationId xmlns:a16="http://schemas.microsoft.com/office/drawing/2014/main" id="{7DA872C6-9959-3E1F-BEF5-BCAA494D0013}"/>
                </a:ext>
              </a:extLst>
            </p:cNvPr>
            <p:cNvSpPr/>
            <p:nvPr/>
          </p:nvSpPr>
          <p:spPr>
            <a:xfrm>
              <a:off x="8789244" y="3601741"/>
              <a:ext cx="2856177" cy="513064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Diagramme d’états-transition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25" name="Rectangle: Rounded Corners 36">
              <a:extLst>
                <a:ext uri="{FF2B5EF4-FFF2-40B4-BE49-F238E27FC236}">
                  <a16:creationId xmlns:a16="http://schemas.microsoft.com/office/drawing/2014/main" id="{B11CAEDE-51D8-B615-124B-F1048451A208}"/>
                </a:ext>
              </a:extLst>
            </p:cNvPr>
            <p:cNvSpPr/>
            <p:nvPr/>
          </p:nvSpPr>
          <p:spPr>
            <a:xfrm>
              <a:off x="8789244" y="4297161"/>
              <a:ext cx="2856177" cy="513064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Diagramme d’activité</a:t>
              </a:r>
              <a:endParaRPr lang="en-US" dirty="0">
                <a:latin typeface="Rockwell" panose="02060603020205020403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149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04928-3A6D-5481-C95A-32A170AA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 145">
            <a:extLst>
              <a:ext uri="{FF2B5EF4-FFF2-40B4-BE49-F238E27FC236}">
                <a16:creationId xmlns:a16="http://schemas.microsoft.com/office/drawing/2014/main" id="{BE369B2F-3236-72E1-13B3-23FB2BB11080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68">
            <a:extLst>
              <a:ext uri="{FF2B5EF4-FFF2-40B4-BE49-F238E27FC236}">
                <a16:creationId xmlns:a16="http://schemas.microsoft.com/office/drawing/2014/main" id="{B32E8B69-A69A-853B-F7E6-E09FB4ED163B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33" name="Group 7">
            <a:extLst>
              <a:ext uri="{FF2B5EF4-FFF2-40B4-BE49-F238E27FC236}">
                <a16:creationId xmlns:a16="http://schemas.microsoft.com/office/drawing/2014/main" id="{BD3B1ADB-57B6-B8AE-AAA0-13BFF5BB0439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34" name="Oval 8">
              <a:extLst>
                <a:ext uri="{FF2B5EF4-FFF2-40B4-BE49-F238E27FC236}">
                  <a16:creationId xmlns:a16="http://schemas.microsoft.com/office/drawing/2014/main" id="{2D980AA3-4DED-4D9B-3DDF-86D5A8F62DC6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8" name="Picture 9">
              <a:extLst>
                <a:ext uri="{FF2B5EF4-FFF2-40B4-BE49-F238E27FC236}">
                  <a16:creationId xmlns:a16="http://schemas.microsoft.com/office/drawing/2014/main" id="{640D7061-6447-60E4-26E3-AC9496227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  <p:sp>
        <p:nvSpPr>
          <p:cNvPr id="39" name="Rectangle: Rounded Corners 1">
            <a:extLst>
              <a:ext uri="{FF2B5EF4-FFF2-40B4-BE49-F238E27FC236}">
                <a16:creationId xmlns:a16="http://schemas.microsoft.com/office/drawing/2014/main" id="{708238BE-C95B-9625-3428-F1829BC84A97}"/>
              </a:ext>
            </a:extLst>
          </p:cNvPr>
          <p:cNvSpPr/>
          <p:nvPr/>
        </p:nvSpPr>
        <p:spPr>
          <a:xfrm>
            <a:off x="8010939" y="49727"/>
            <a:ext cx="4116989" cy="402772"/>
          </a:xfrm>
          <a:prstGeom prst="roundRect">
            <a:avLst>
              <a:gd name="adj" fmla="val 32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2TUP (Two Track Unified Process)</a:t>
            </a:r>
          </a:p>
        </p:txBody>
      </p:sp>
      <p:sp>
        <p:nvSpPr>
          <p:cNvPr id="76" name="Oval 38">
            <a:extLst>
              <a:ext uri="{FF2B5EF4-FFF2-40B4-BE49-F238E27FC236}">
                <a16:creationId xmlns:a16="http://schemas.microsoft.com/office/drawing/2014/main" id="{C9D1D25C-3E93-83B2-1142-321A58BC1BFB}"/>
              </a:ext>
            </a:extLst>
          </p:cNvPr>
          <p:cNvSpPr/>
          <p:nvPr/>
        </p:nvSpPr>
        <p:spPr>
          <a:xfrm>
            <a:off x="13012065" y="6631242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5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12" name="Oval 13">
            <a:extLst>
              <a:ext uri="{FF2B5EF4-FFF2-40B4-BE49-F238E27FC236}">
                <a16:creationId xmlns:a16="http://schemas.microsoft.com/office/drawing/2014/main" id="{CBEF9833-C28B-2049-DDEB-07404F1DFB81}"/>
              </a:ext>
            </a:extLst>
          </p:cNvPr>
          <p:cNvSpPr/>
          <p:nvPr/>
        </p:nvSpPr>
        <p:spPr>
          <a:xfrm>
            <a:off x="12675235" y="659839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6</a:t>
            </a:r>
            <a:endParaRPr lang="en-US" dirty="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9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4917041-BD5E-4A22-8404-B5AB995C08DC}"/>
              </a:ext>
            </a:extLst>
          </p:cNvPr>
          <p:cNvGrpSpPr/>
          <p:nvPr/>
        </p:nvGrpSpPr>
        <p:grpSpPr>
          <a:xfrm>
            <a:off x="1235862" y="674434"/>
            <a:ext cx="3559960" cy="2731658"/>
            <a:chOff x="0" y="1045029"/>
            <a:chExt cx="3559960" cy="2731658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010BE4E3-358D-4461-BCBE-1B39A4B736A6}"/>
                </a:ext>
              </a:extLst>
            </p:cNvPr>
            <p:cNvCxnSpPr>
              <a:cxnSpLocks/>
            </p:cNvCxnSpPr>
            <p:nvPr/>
          </p:nvCxnSpPr>
          <p:spPr>
            <a:xfrm>
              <a:off x="1516743" y="1672337"/>
              <a:ext cx="2043217" cy="2104350"/>
            </a:xfrm>
            <a:prstGeom prst="line">
              <a:avLst/>
            </a:prstGeom>
            <a:ln w="149225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A68055-5741-4CCF-8235-FF3E0CDD4D54}"/>
                </a:ext>
              </a:extLst>
            </p:cNvPr>
            <p:cNvSpPr/>
            <p:nvPr/>
          </p:nvSpPr>
          <p:spPr>
            <a:xfrm>
              <a:off x="0" y="1045029"/>
              <a:ext cx="2856178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Branche fonctionnelle</a:t>
              </a:r>
              <a:endParaRPr lang="en-US" sz="2000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B631A3B-EF47-492F-9069-47CD55F9A2C4}"/>
                </a:ext>
              </a:extLst>
            </p:cNvPr>
            <p:cNvSpPr/>
            <p:nvPr/>
          </p:nvSpPr>
          <p:spPr>
            <a:xfrm>
              <a:off x="511629" y="1970314"/>
              <a:ext cx="2856178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Capture des besoins fonctionnels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23EEB10-BFEE-4268-9F66-DD1213F1E1D1}"/>
                </a:ext>
              </a:extLst>
            </p:cNvPr>
            <p:cNvSpPr/>
            <p:nvPr/>
          </p:nvSpPr>
          <p:spPr>
            <a:xfrm>
              <a:off x="936190" y="2661229"/>
              <a:ext cx="2623770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Analyse </a:t>
              </a:r>
              <a:endParaRPr lang="en-US" dirty="0">
                <a:latin typeface="Rockwell" panose="02060603020205020403" pitchFamily="18" charset="0"/>
              </a:endParaRP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D7DE6F-9C09-4374-9037-20734AC7DCEC}"/>
              </a:ext>
            </a:extLst>
          </p:cNvPr>
          <p:cNvSpPr/>
          <p:nvPr/>
        </p:nvSpPr>
        <p:spPr>
          <a:xfrm>
            <a:off x="6324600" y="0"/>
            <a:ext cx="5867400" cy="402772"/>
          </a:xfrm>
          <a:prstGeom prst="roundRect">
            <a:avLst>
              <a:gd name="adj" fmla="val 3245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METHODOLOGIE:</a:t>
            </a:r>
            <a:endParaRPr lang="en-US" dirty="0">
              <a:latin typeface="Rockwell" panose="02060603020205020403" pitchFamily="18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CE69257-DD82-4B6B-8FEC-8490016216CE}"/>
              </a:ext>
            </a:extLst>
          </p:cNvPr>
          <p:cNvGrpSpPr/>
          <p:nvPr/>
        </p:nvGrpSpPr>
        <p:grpSpPr>
          <a:xfrm>
            <a:off x="1157503" y="691678"/>
            <a:ext cx="9909322" cy="5351582"/>
            <a:chOff x="33088" y="1063892"/>
            <a:chExt cx="9909322" cy="5351582"/>
          </a:xfrm>
        </p:grpSpPr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216837D8-297B-478F-89F0-A0F20AC25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11968" y="1063892"/>
              <a:ext cx="5130442" cy="5351582"/>
            </a:xfrm>
            <a:prstGeom prst="rect">
              <a:avLst/>
            </a:prstGeom>
          </p:spPr>
        </p:pic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B0A6FDEA-F649-47EB-88B2-6776F561BCEE}"/>
                </a:ext>
              </a:extLst>
            </p:cNvPr>
            <p:cNvSpPr/>
            <p:nvPr/>
          </p:nvSpPr>
          <p:spPr>
            <a:xfrm>
              <a:off x="33088" y="4728606"/>
              <a:ext cx="4092606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DIAGRAMME DE CAS D’UTILISATION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C018B93-503D-4943-8A81-0AB3A2D8D297}"/>
              </a:ext>
            </a:extLst>
          </p:cNvPr>
          <p:cNvGrpSpPr/>
          <p:nvPr/>
        </p:nvGrpSpPr>
        <p:grpSpPr>
          <a:xfrm>
            <a:off x="771246" y="453696"/>
            <a:ext cx="10505128" cy="6341477"/>
            <a:chOff x="753493" y="845384"/>
            <a:chExt cx="10505128" cy="6341477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66034DC-A264-46DE-B7B6-832C4B89DAD6}"/>
                </a:ext>
              </a:extLst>
            </p:cNvPr>
            <p:cNvSpPr/>
            <p:nvPr/>
          </p:nvSpPr>
          <p:spPr>
            <a:xfrm>
              <a:off x="753493" y="5681950"/>
              <a:ext cx="4364222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DIAGRAMME D’ACTIVITE</a:t>
              </a:r>
            </a:p>
            <a:p>
              <a:pPr algn="ctr"/>
              <a:r>
                <a:rPr lang="fr-FR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 S’AUTHENTIFIER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CE87431C-6F97-464E-9823-202177081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5807701" y="845384"/>
              <a:ext cx="5450920" cy="6341477"/>
            </a:xfrm>
            <a:prstGeom prst="rect">
              <a:avLst/>
            </a:prstGeom>
          </p:spPr>
        </p:pic>
      </p:grpSp>
      <p:sp>
        <p:nvSpPr>
          <p:cNvPr id="125" name="Oval 124">
            <a:extLst>
              <a:ext uri="{FF2B5EF4-FFF2-40B4-BE49-F238E27FC236}">
                <a16:creationId xmlns:a16="http://schemas.microsoft.com/office/drawing/2014/main" id="{8C944225-92C1-4A03-8CED-DB6998F248DF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6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14" name="Freeform 145">
            <a:extLst>
              <a:ext uri="{FF2B5EF4-FFF2-40B4-BE49-F238E27FC236}">
                <a16:creationId xmlns:a16="http://schemas.microsoft.com/office/drawing/2014/main" id="{FB9F8D53-D1FB-6808-41BA-03E5F8634277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68">
            <a:extLst>
              <a:ext uri="{FF2B5EF4-FFF2-40B4-BE49-F238E27FC236}">
                <a16:creationId xmlns:a16="http://schemas.microsoft.com/office/drawing/2014/main" id="{04E63F27-907E-D189-8F44-3C2458A71864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16" name="Group 7">
            <a:extLst>
              <a:ext uri="{FF2B5EF4-FFF2-40B4-BE49-F238E27FC236}">
                <a16:creationId xmlns:a16="http://schemas.microsoft.com/office/drawing/2014/main" id="{136CD83F-C740-0BC8-EC00-4CCEA64A2401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17" name="Oval 8">
              <a:extLst>
                <a:ext uri="{FF2B5EF4-FFF2-40B4-BE49-F238E27FC236}">
                  <a16:creationId xmlns:a16="http://schemas.microsoft.com/office/drawing/2014/main" id="{090F7966-6EE9-ECC5-127A-F19C1B23EA8E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8" name="Picture 9">
              <a:extLst>
                <a:ext uri="{FF2B5EF4-FFF2-40B4-BE49-F238E27FC236}">
                  <a16:creationId xmlns:a16="http://schemas.microsoft.com/office/drawing/2014/main" id="{30DDB623-F4F0-C243-DBD6-993A62843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4031469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72143C-95AD-4EA5-9ECA-51FAF623BAB3}"/>
              </a:ext>
            </a:extLst>
          </p:cNvPr>
          <p:cNvSpPr/>
          <p:nvPr/>
        </p:nvSpPr>
        <p:spPr>
          <a:xfrm>
            <a:off x="6260528" y="20762"/>
            <a:ext cx="5867400" cy="402772"/>
          </a:xfrm>
          <a:prstGeom prst="roundRect">
            <a:avLst>
              <a:gd name="adj" fmla="val 32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anose="02060603020205020403" pitchFamily="18" charset="0"/>
              </a:rPr>
              <a:t>DIAGRAMME DE SÉQUENCE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6325AB-8753-4C91-81B9-CBB2316CCB60}"/>
              </a:ext>
            </a:extLst>
          </p:cNvPr>
          <p:cNvGrpSpPr/>
          <p:nvPr/>
        </p:nvGrpSpPr>
        <p:grpSpPr>
          <a:xfrm>
            <a:off x="1537595" y="402772"/>
            <a:ext cx="2316352" cy="2897620"/>
            <a:chOff x="94011" y="531380"/>
            <a:chExt cx="2316352" cy="289762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8FC1AA0-07CE-40A9-BE1D-7EA3E8E840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2188" y="531380"/>
              <a:ext cx="1" cy="2897620"/>
            </a:xfrm>
            <a:prstGeom prst="line">
              <a:avLst/>
            </a:prstGeom>
            <a:ln w="149225">
              <a:solidFill>
                <a:schemeClr val="accent6">
                  <a:lumMod val="7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8945C98-8E03-40B6-B986-2BAC597B7D68}"/>
                </a:ext>
              </a:extLst>
            </p:cNvPr>
            <p:cNvSpPr/>
            <p:nvPr/>
          </p:nvSpPr>
          <p:spPr>
            <a:xfrm>
              <a:off x="94012" y="754211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Conception préliminaire</a:t>
              </a:r>
              <a:endParaRPr lang="en-US" dirty="0">
                <a:latin typeface="Rockwell" panose="02060603020205020403" pitchFamily="18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DE24488-EE4B-4C4D-9571-1D5C5517AC3F}"/>
                </a:ext>
              </a:extLst>
            </p:cNvPr>
            <p:cNvSpPr/>
            <p:nvPr/>
          </p:nvSpPr>
          <p:spPr>
            <a:xfrm>
              <a:off x="94011" y="1495448"/>
              <a:ext cx="2316351" cy="500742"/>
            </a:xfrm>
            <a:prstGeom prst="roundRect">
              <a:avLst>
                <a:gd name="adj" fmla="val 33231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Rockwell" panose="02060603020205020403" pitchFamily="18" charset="0"/>
                </a:rPr>
                <a:t>Conception détaillée</a:t>
              </a:r>
              <a:endParaRPr lang="en-US" dirty="0">
                <a:latin typeface="Rockwell" panose="02060603020205020403" pitchFamily="18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FA363EB-DCCB-42EF-B7EB-1C147A39C199}"/>
              </a:ext>
            </a:extLst>
          </p:cNvPr>
          <p:cNvGrpSpPr/>
          <p:nvPr/>
        </p:nvGrpSpPr>
        <p:grpSpPr>
          <a:xfrm>
            <a:off x="1061723" y="531380"/>
            <a:ext cx="11130277" cy="6326620"/>
            <a:chOff x="1061723" y="531380"/>
            <a:chExt cx="11130277" cy="632662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43EA8D5-E3D3-410A-BB78-8F18BDD849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70"/>
            <a:stretch/>
          </p:blipFill>
          <p:spPr>
            <a:xfrm>
              <a:off x="4582828" y="531380"/>
              <a:ext cx="7609172" cy="632662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DDA0B9-3D7B-4EF7-82C3-0E7D8CCB5221}"/>
                </a:ext>
              </a:extLst>
            </p:cNvPr>
            <p:cNvSpPr/>
            <p:nvPr/>
          </p:nvSpPr>
          <p:spPr>
            <a:xfrm>
              <a:off x="1061723" y="4725486"/>
              <a:ext cx="4092606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DIAGRAMME DE SEQUENCE DU CAS SE CONNECTER 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19E52D-EF79-41BD-B2B6-EE3FD5CA59BA}"/>
              </a:ext>
            </a:extLst>
          </p:cNvPr>
          <p:cNvGrpSpPr/>
          <p:nvPr/>
        </p:nvGrpSpPr>
        <p:grpSpPr>
          <a:xfrm>
            <a:off x="1021550" y="820060"/>
            <a:ext cx="10967694" cy="5988063"/>
            <a:chOff x="1160234" y="754211"/>
            <a:chExt cx="10967694" cy="59880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668E3B-4D98-4B88-BF92-B757D9989078}"/>
                </a:ext>
              </a:extLst>
            </p:cNvPr>
            <p:cNvSpPr/>
            <p:nvPr/>
          </p:nvSpPr>
          <p:spPr>
            <a:xfrm>
              <a:off x="1160234" y="3870215"/>
              <a:ext cx="4092606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DIAGRAMME DE SEQUENCE DU CAS S’INSCRIRE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C5B80AE-6339-47E2-BB8B-A45F388C0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0510" y="754211"/>
              <a:ext cx="7587418" cy="5988063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87D9071F-7773-4D40-821A-44E2CA634B50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6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9" name="Freeform 145">
            <a:extLst>
              <a:ext uri="{FF2B5EF4-FFF2-40B4-BE49-F238E27FC236}">
                <a16:creationId xmlns:a16="http://schemas.microsoft.com/office/drawing/2014/main" id="{13CF6969-ABD0-B613-A211-AB94365E9DE1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68">
            <a:extLst>
              <a:ext uri="{FF2B5EF4-FFF2-40B4-BE49-F238E27FC236}">
                <a16:creationId xmlns:a16="http://schemas.microsoft.com/office/drawing/2014/main" id="{04F8E09C-59B8-426D-2F9A-CE29C0B130AF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17" name="Group 7">
            <a:extLst>
              <a:ext uri="{FF2B5EF4-FFF2-40B4-BE49-F238E27FC236}">
                <a16:creationId xmlns:a16="http://schemas.microsoft.com/office/drawing/2014/main" id="{238CCA1C-3A5F-A924-4D51-76ED4C409BB9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18" name="Oval 8">
              <a:extLst>
                <a:ext uri="{FF2B5EF4-FFF2-40B4-BE49-F238E27FC236}">
                  <a16:creationId xmlns:a16="http://schemas.microsoft.com/office/drawing/2014/main" id="{76A3B77E-A83F-F3CF-2AB1-BA4ACA032D8F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9" name="Picture 9">
              <a:extLst>
                <a:ext uri="{FF2B5EF4-FFF2-40B4-BE49-F238E27FC236}">
                  <a16:creationId xmlns:a16="http://schemas.microsoft.com/office/drawing/2014/main" id="{C863B69B-D9D6-B012-F950-149B346D3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143031182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BDB83EB-D224-4A7F-94FC-B4C6C09082DB}"/>
              </a:ext>
            </a:extLst>
          </p:cNvPr>
          <p:cNvSpPr/>
          <p:nvPr/>
        </p:nvSpPr>
        <p:spPr>
          <a:xfrm>
            <a:off x="6324600" y="0"/>
            <a:ext cx="5867400" cy="402772"/>
          </a:xfrm>
          <a:prstGeom prst="roundRect">
            <a:avLst>
              <a:gd name="adj" fmla="val 3245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TECHNOLOGIES UTILISÉES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E286A5-F0DF-40DC-9B33-4BE875536E51}"/>
              </a:ext>
            </a:extLst>
          </p:cNvPr>
          <p:cNvSpPr/>
          <p:nvPr/>
        </p:nvSpPr>
        <p:spPr>
          <a:xfrm>
            <a:off x="0" y="0"/>
            <a:ext cx="402771" cy="4027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4</a:t>
            </a:r>
            <a:endParaRPr lang="en-US" dirty="0">
              <a:latin typeface="Rockwell" panose="02060603020205020403" pitchFamily="18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B732C8-3B79-4326-A03D-6795FA1B9333}"/>
              </a:ext>
            </a:extLst>
          </p:cNvPr>
          <p:cNvGrpSpPr/>
          <p:nvPr/>
        </p:nvGrpSpPr>
        <p:grpSpPr>
          <a:xfrm>
            <a:off x="1192439" y="350677"/>
            <a:ext cx="3015993" cy="3318692"/>
            <a:chOff x="94011" y="531380"/>
            <a:chExt cx="3015993" cy="331869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3AB20B6-8816-44FF-81C0-68B02B8E25E3}"/>
                </a:ext>
              </a:extLst>
            </p:cNvPr>
            <p:cNvGrpSpPr/>
            <p:nvPr/>
          </p:nvGrpSpPr>
          <p:grpSpPr>
            <a:xfrm>
              <a:off x="94011" y="531380"/>
              <a:ext cx="2316352" cy="2897620"/>
              <a:chOff x="2401782" y="3776687"/>
              <a:chExt cx="2316352" cy="289762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826E254-8CBC-4369-BFF3-0079567610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59959" y="3776687"/>
                <a:ext cx="1" cy="2897620"/>
              </a:xfrm>
              <a:prstGeom prst="line">
                <a:avLst/>
              </a:prstGeom>
              <a:ln w="149225">
                <a:solidFill>
                  <a:schemeClr val="accent6">
                    <a:lumMod val="7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39700" h="139700" prst="divot"/>
              </a:sp3d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09CA72E-8A35-48CA-84D5-F9EADD5C824B}"/>
                  </a:ext>
                </a:extLst>
              </p:cNvPr>
              <p:cNvSpPr/>
              <p:nvPr/>
            </p:nvSpPr>
            <p:spPr>
              <a:xfrm>
                <a:off x="2401783" y="3999518"/>
                <a:ext cx="2316351" cy="500742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Conception préliminaire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E0DBCEC-3218-445E-B5DE-E08C18B43E9C}"/>
                  </a:ext>
                </a:extLst>
              </p:cNvPr>
              <p:cNvSpPr/>
              <p:nvPr/>
            </p:nvSpPr>
            <p:spPr>
              <a:xfrm>
                <a:off x="2401782" y="4740755"/>
                <a:ext cx="2316351" cy="500742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Conception détaillée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77E1EEA-D67F-4EB7-99B8-821276C673D4}"/>
                  </a:ext>
                </a:extLst>
              </p:cNvPr>
              <p:cNvSpPr/>
              <p:nvPr/>
            </p:nvSpPr>
            <p:spPr>
              <a:xfrm>
                <a:off x="2401782" y="5481992"/>
                <a:ext cx="2316351" cy="500742"/>
              </a:xfrm>
              <a:prstGeom prst="roundRect">
                <a:avLst>
                  <a:gd name="adj" fmla="val 33231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latin typeface="Rockwell" panose="02060603020205020403" pitchFamily="18" charset="0"/>
                  </a:rPr>
                  <a:t>Codage; tests et recettes</a:t>
                </a:r>
                <a:endParaRPr lang="en-US" dirty="0">
                  <a:latin typeface="Rockwell" panose="02060603020205020403" pitchFamily="18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68637A-E312-4D8F-9577-345957827CF7}"/>
                </a:ext>
              </a:extLst>
            </p:cNvPr>
            <p:cNvSpPr/>
            <p:nvPr/>
          </p:nvSpPr>
          <p:spPr>
            <a:xfrm>
              <a:off x="116432" y="3349330"/>
              <a:ext cx="2993572" cy="50074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Branche de réalisation</a:t>
              </a:r>
              <a:endParaRPr lang="en-US" sz="2000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0365F7F-2F61-40D2-BB93-A7BDD0B50C35}"/>
              </a:ext>
            </a:extLst>
          </p:cNvPr>
          <p:cNvGrpSpPr/>
          <p:nvPr/>
        </p:nvGrpSpPr>
        <p:grpSpPr>
          <a:xfrm>
            <a:off x="3285146" y="2213120"/>
            <a:ext cx="1507381" cy="1448387"/>
            <a:chOff x="4415462" y="1940442"/>
            <a:chExt cx="1507381" cy="1448387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F0E54E-3FD1-4620-8867-26A841B06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0115" y="1940442"/>
              <a:ext cx="1278074" cy="975512"/>
            </a:xfrm>
            <a:prstGeom prst="rect">
              <a:avLst/>
            </a:prstGeom>
          </p:spPr>
        </p:pic>
        <p:sp>
          <p:nvSpPr>
            <p:cNvPr id="14" name="ZoneTexte 16">
              <a:extLst>
                <a:ext uri="{FF2B5EF4-FFF2-40B4-BE49-F238E27FC236}">
                  <a16:creationId xmlns:a16="http://schemas.microsoft.com/office/drawing/2014/main" id="{1753A970-1E2C-42C0-8454-1594070D23AC}"/>
                </a:ext>
              </a:extLst>
            </p:cNvPr>
            <p:cNvSpPr txBox="1"/>
            <p:nvPr/>
          </p:nvSpPr>
          <p:spPr>
            <a:xfrm>
              <a:off x="4415462" y="2865609"/>
              <a:ext cx="1507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>
                  <a:solidFill>
                    <a:schemeClr val="accent5">
                      <a:lumMod val="50000"/>
                    </a:schemeClr>
                  </a:solidFill>
                  <a:latin typeface="Amasis MT Pro Medium" panose="02040604050005020304" pitchFamily="18" charset="0"/>
                  <a:cs typeface="Segoe UI" panose="020B0502040204020203" pitchFamily="34" charset="0"/>
                </a:rPr>
                <a:t>VISUAL STUDIO CODE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A95EF43-DC35-4681-A69B-6F54BDF96F33}"/>
              </a:ext>
            </a:extLst>
          </p:cNvPr>
          <p:cNvGrpSpPr/>
          <p:nvPr/>
        </p:nvGrpSpPr>
        <p:grpSpPr>
          <a:xfrm>
            <a:off x="6265516" y="2018497"/>
            <a:ext cx="1507381" cy="1741375"/>
            <a:chOff x="6066677" y="1647454"/>
            <a:chExt cx="1507381" cy="174137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9D032D5-C232-4E08-906C-02369264F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0517" y="1647454"/>
              <a:ext cx="1163214" cy="1218156"/>
            </a:xfrm>
            <a:prstGeom prst="rect">
              <a:avLst/>
            </a:prstGeom>
          </p:spPr>
        </p:pic>
        <p:sp>
          <p:nvSpPr>
            <p:cNvPr id="16" name="ZoneTexte 16">
              <a:extLst>
                <a:ext uri="{FF2B5EF4-FFF2-40B4-BE49-F238E27FC236}">
                  <a16:creationId xmlns:a16="http://schemas.microsoft.com/office/drawing/2014/main" id="{48C20481-782E-4FD7-A048-64F747765703}"/>
                </a:ext>
              </a:extLst>
            </p:cNvPr>
            <p:cNvSpPr txBox="1"/>
            <p:nvPr/>
          </p:nvSpPr>
          <p:spPr>
            <a:xfrm>
              <a:off x="6066677" y="2865609"/>
              <a:ext cx="15073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>
                  <a:solidFill>
                    <a:schemeClr val="accent5">
                      <a:lumMod val="50000"/>
                    </a:schemeClr>
                  </a:solidFill>
                  <a:latin typeface="Amasis MT Pro Medium" panose="02040604050005020304" pitchFamily="18" charset="0"/>
                  <a:cs typeface="Segoe UI" panose="020B0502040204020203" pitchFamily="34" charset="0"/>
                </a:rPr>
                <a:t>NAVIGATEUR CHROME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E49E8E0-ABD9-4B40-93F5-DADA2878F859}"/>
              </a:ext>
            </a:extLst>
          </p:cNvPr>
          <p:cNvGrpSpPr/>
          <p:nvPr/>
        </p:nvGrpSpPr>
        <p:grpSpPr>
          <a:xfrm>
            <a:off x="8824030" y="2299946"/>
            <a:ext cx="1758432" cy="1437605"/>
            <a:chOff x="7697898" y="1451120"/>
            <a:chExt cx="1758432" cy="1437605"/>
          </a:xfrm>
        </p:grpSpPr>
        <p:sp>
          <p:nvSpPr>
            <p:cNvPr id="19" name="ZoneTexte 16">
              <a:extLst>
                <a:ext uri="{FF2B5EF4-FFF2-40B4-BE49-F238E27FC236}">
                  <a16:creationId xmlns:a16="http://schemas.microsoft.com/office/drawing/2014/main" id="{42F60464-A046-4FD5-8939-43CB73148742}"/>
                </a:ext>
              </a:extLst>
            </p:cNvPr>
            <p:cNvSpPr txBox="1"/>
            <p:nvPr/>
          </p:nvSpPr>
          <p:spPr>
            <a:xfrm>
              <a:off x="7697898" y="2580948"/>
              <a:ext cx="17584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 dirty="0">
                  <a:solidFill>
                    <a:schemeClr val="accent5">
                      <a:lumMod val="50000"/>
                    </a:schemeClr>
                  </a:solidFill>
                  <a:latin typeface="Amasis MT Pro Medium" panose="02040604050005020304" pitchFamily="18" charset="0"/>
                  <a:cs typeface="Segoe UI" panose="020B0502040204020203" pitchFamily="34" charset="0"/>
                </a:rPr>
                <a:t>GANTT PROJECT</a:t>
              </a:r>
            </a:p>
          </p:txBody>
        </p:sp>
        <p:pic>
          <p:nvPicPr>
            <p:cNvPr id="22" name="Picture 4" descr="OpenDVD">
              <a:extLst>
                <a:ext uri="{FF2B5EF4-FFF2-40B4-BE49-F238E27FC236}">
                  <a16:creationId xmlns:a16="http://schemas.microsoft.com/office/drawing/2014/main" id="{4EC12194-8257-4AB5-90D7-A24FD366A9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28065" y="1451120"/>
              <a:ext cx="1017836" cy="11354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92E313D7-BA46-4091-9E4B-3394AB454EFF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6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729C291-403F-4C44-A161-26677AF13C77}"/>
              </a:ext>
            </a:extLst>
          </p:cNvPr>
          <p:cNvGrpSpPr/>
          <p:nvPr/>
        </p:nvGrpSpPr>
        <p:grpSpPr>
          <a:xfrm>
            <a:off x="1130637" y="417249"/>
            <a:ext cx="10858607" cy="6134100"/>
            <a:chOff x="1299571" y="535518"/>
            <a:chExt cx="10858607" cy="61341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E14D57A-5353-4AB2-A5F5-255F86772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00053" y="535518"/>
              <a:ext cx="7858125" cy="6134100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C72D0E-3E27-472F-85C1-08264E84FC21}"/>
                </a:ext>
              </a:extLst>
            </p:cNvPr>
            <p:cNvSpPr/>
            <p:nvPr/>
          </p:nvSpPr>
          <p:spPr>
            <a:xfrm>
              <a:off x="1299571" y="4936994"/>
              <a:ext cx="3661890" cy="58719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accent6">
                      <a:lumMod val="75000"/>
                    </a:schemeClr>
                  </a:solidFill>
                  <a:latin typeface="Rockwell" panose="02060603020205020403" pitchFamily="18" charset="0"/>
                </a:rPr>
                <a:t>DIAGRAMME DE DEPLOIEMENT</a:t>
              </a:r>
              <a:endParaRPr lang="en-US" dirty="0">
                <a:solidFill>
                  <a:schemeClr val="accent6">
                    <a:lumMod val="75000"/>
                  </a:schemeClr>
                </a:solidFill>
                <a:latin typeface="Rockwell" panose="02060603020205020403" pitchFamily="18" charset="0"/>
              </a:endParaRPr>
            </a:p>
          </p:txBody>
        </p:sp>
      </p:grpSp>
      <p:sp>
        <p:nvSpPr>
          <p:cNvPr id="7" name="Freeform 145">
            <a:extLst>
              <a:ext uri="{FF2B5EF4-FFF2-40B4-BE49-F238E27FC236}">
                <a16:creationId xmlns:a16="http://schemas.microsoft.com/office/drawing/2014/main" id="{771FE151-97C3-FA06-BEB6-B9810E47C02F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68">
            <a:extLst>
              <a:ext uri="{FF2B5EF4-FFF2-40B4-BE49-F238E27FC236}">
                <a16:creationId xmlns:a16="http://schemas.microsoft.com/office/drawing/2014/main" id="{C89DCDD9-00D5-38D3-C883-5566112A914C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26" name="Group 7">
            <a:extLst>
              <a:ext uri="{FF2B5EF4-FFF2-40B4-BE49-F238E27FC236}">
                <a16:creationId xmlns:a16="http://schemas.microsoft.com/office/drawing/2014/main" id="{60D339DA-8F21-D870-75AE-B710F0CAC38A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27" name="Oval 8">
              <a:extLst>
                <a:ext uri="{FF2B5EF4-FFF2-40B4-BE49-F238E27FC236}">
                  <a16:creationId xmlns:a16="http://schemas.microsoft.com/office/drawing/2014/main" id="{D3CE590C-1FFA-D0AB-9CDD-795028603F1F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28" name="Picture 9">
              <a:extLst>
                <a:ext uri="{FF2B5EF4-FFF2-40B4-BE49-F238E27FC236}">
                  <a16:creationId xmlns:a16="http://schemas.microsoft.com/office/drawing/2014/main" id="{D0359549-F0CC-2D66-ABBC-7AF0C921B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195885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6A48FB-DE92-4796-BD37-FB6C50002C72}"/>
              </a:ext>
            </a:extLst>
          </p:cNvPr>
          <p:cNvSpPr/>
          <p:nvPr/>
        </p:nvSpPr>
        <p:spPr>
          <a:xfrm>
            <a:off x="7402286" y="0"/>
            <a:ext cx="4789714" cy="402772"/>
          </a:xfrm>
          <a:prstGeom prst="roundRect">
            <a:avLst>
              <a:gd name="adj" fmla="val 32456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RESULTATS ET COMMENTAIRES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A2D519-CF20-4648-AB69-D16A31E337F9}"/>
              </a:ext>
            </a:extLst>
          </p:cNvPr>
          <p:cNvSpPr/>
          <p:nvPr/>
        </p:nvSpPr>
        <p:spPr>
          <a:xfrm>
            <a:off x="0" y="0"/>
            <a:ext cx="402771" cy="4027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5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5D5923-C3D0-4E7A-B3AD-C326A6F2EBB2}"/>
              </a:ext>
            </a:extLst>
          </p:cNvPr>
          <p:cNvSpPr/>
          <p:nvPr/>
        </p:nvSpPr>
        <p:spPr>
          <a:xfrm>
            <a:off x="3282696" y="2336292"/>
            <a:ext cx="5221224" cy="21854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000" dirty="0">
                <a:latin typeface="Amasis MT Pro Medium" panose="02040604050005020304" pitchFamily="18" charset="0"/>
              </a:rPr>
              <a:t>DEMONSTRATION</a:t>
            </a:r>
            <a:endParaRPr lang="en-US" sz="4000" dirty="0">
              <a:latin typeface="Amasis MT Pro Medium" panose="020406040500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65266D7-A1B0-4763-BD1D-E24DBBE54E4A}"/>
              </a:ext>
            </a:extLst>
          </p:cNvPr>
          <p:cNvSpPr/>
          <p:nvPr/>
        </p:nvSpPr>
        <p:spPr>
          <a:xfrm>
            <a:off x="11649075" y="6405351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7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sp>
        <p:nvSpPr>
          <p:cNvPr id="6" name="Freeform 145">
            <a:extLst>
              <a:ext uri="{FF2B5EF4-FFF2-40B4-BE49-F238E27FC236}">
                <a16:creationId xmlns:a16="http://schemas.microsoft.com/office/drawing/2014/main" id="{09C12C32-E72D-5347-17DD-A86FB971C1A8}"/>
              </a:ext>
            </a:extLst>
          </p:cNvPr>
          <p:cNvSpPr/>
          <p:nvPr/>
        </p:nvSpPr>
        <p:spPr>
          <a:xfrm>
            <a:off x="0" y="-825933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8">
            <a:extLst>
              <a:ext uri="{FF2B5EF4-FFF2-40B4-BE49-F238E27FC236}">
                <a16:creationId xmlns:a16="http://schemas.microsoft.com/office/drawing/2014/main" id="{33C34D94-279F-4B42-C9E9-E4197184ADD7}"/>
              </a:ext>
            </a:extLst>
          </p:cNvPr>
          <p:cNvSpPr txBox="1"/>
          <p:nvPr/>
        </p:nvSpPr>
        <p:spPr>
          <a:xfrm rot="16200000">
            <a:off x="-1545128" y="4701354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METHODOLOGIE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6CEB4E-1AB0-401B-7DEE-C0A097D05452}"/>
              </a:ext>
            </a:extLst>
          </p:cNvPr>
          <p:cNvGrpSpPr/>
          <p:nvPr/>
        </p:nvGrpSpPr>
        <p:grpSpPr>
          <a:xfrm>
            <a:off x="580117" y="2539469"/>
            <a:ext cx="828000" cy="828000"/>
            <a:chOff x="-846043" y="2989694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10C131A-5E48-A712-FBBF-1858BD7F5CCD}"/>
                </a:ext>
              </a:extLst>
            </p:cNvPr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EBEAB12-4D0E-3253-8DEA-4CEFDC5DFA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46206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honeycomb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hsl" dir="cw">
                                      <p:cBhvr override="childStyl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0EB0FC-3D42-48FA-AB74-56BF270315E2}"/>
              </a:ext>
            </a:extLst>
          </p:cNvPr>
          <p:cNvSpPr/>
          <p:nvPr/>
        </p:nvSpPr>
        <p:spPr>
          <a:xfrm>
            <a:off x="7408710" y="-4355"/>
            <a:ext cx="4789714" cy="402772"/>
          </a:xfrm>
          <a:prstGeom prst="roundRect">
            <a:avLst>
              <a:gd name="adj" fmla="val 3245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Rockwell" panose="02060603020205020403" pitchFamily="18" charset="0"/>
              </a:rPr>
              <a:t>RESUME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C4D7239-4787-4332-9BE0-595F110CD325}"/>
              </a:ext>
            </a:extLst>
          </p:cNvPr>
          <p:cNvSpPr/>
          <p:nvPr/>
        </p:nvSpPr>
        <p:spPr>
          <a:xfrm>
            <a:off x="11675969" y="6413427"/>
            <a:ext cx="478853" cy="40277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masis MT Pro Medium" panose="02040604050005020304" pitchFamily="18" charset="0"/>
              </a:rPr>
              <a:t>8</a:t>
            </a:r>
            <a:endParaRPr lang="en-US" dirty="0">
              <a:latin typeface="Amasis MT Pro Medium" panose="02040604050005020304" pitchFamily="18" charset="0"/>
            </a:endParaRPr>
          </a:p>
        </p:txBody>
      </p:sp>
      <p:grpSp>
        <p:nvGrpSpPr>
          <p:cNvPr id="34" name="Group 66">
            <a:extLst>
              <a:ext uri="{FF2B5EF4-FFF2-40B4-BE49-F238E27FC236}">
                <a16:creationId xmlns:a16="http://schemas.microsoft.com/office/drawing/2014/main" id="{9C35DFEB-01A7-D50F-8377-EFE507F30B6B}"/>
              </a:ext>
            </a:extLst>
          </p:cNvPr>
          <p:cNvGrpSpPr/>
          <p:nvPr/>
        </p:nvGrpSpPr>
        <p:grpSpPr>
          <a:xfrm>
            <a:off x="684553" y="4991136"/>
            <a:ext cx="828000" cy="828000"/>
            <a:chOff x="-828000" y="4906992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35" name="Oval 67">
              <a:extLst>
                <a:ext uri="{FF2B5EF4-FFF2-40B4-BE49-F238E27FC236}">
                  <a16:creationId xmlns:a16="http://schemas.microsoft.com/office/drawing/2014/main" id="{35864F99-AD9C-08B9-FDC2-2E8BE554A656}"/>
                </a:ext>
              </a:extLst>
            </p:cNvPr>
            <p:cNvSpPr/>
            <p:nvPr/>
          </p:nvSpPr>
          <p:spPr>
            <a:xfrm>
              <a:off x="-828000" y="4906992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6" name="Picture 68">
              <a:extLst>
                <a:ext uri="{FF2B5EF4-FFF2-40B4-BE49-F238E27FC236}">
                  <a16:creationId xmlns:a16="http://schemas.microsoft.com/office/drawing/2014/main" id="{124B82EC-C32C-A65E-9996-2BC5A0F1CF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5018228"/>
              <a:ext cx="621349" cy="621349"/>
            </a:xfrm>
            <a:prstGeom prst="rect">
              <a:avLst/>
            </a:prstGeom>
            <a:grpFill/>
          </p:spPr>
        </p:pic>
      </p:grpSp>
      <p:sp>
        <p:nvSpPr>
          <p:cNvPr id="37" name="Freeform 145">
            <a:extLst>
              <a:ext uri="{FF2B5EF4-FFF2-40B4-BE49-F238E27FC236}">
                <a16:creationId xmlns:a16="http://schemas.microsoft.com/office/drawing/2014/main" id="{CC42B0C7-CEE2-21E8-3145-11818F150885}"/>
              </a:ext>
            </a:extLst>
          </p:cNvPr>
          <p:cNvSpPr/>
          <p:nvPr/>
        </p:nvSpPr>
        <p:spPr>
          <a:xfrm>
            <a:off x="-61681" y="-5798135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68">
            <a:extLst>
              <a:ext uri="{FF2B5EF4-FFF2-40B4-BE49-F238E27FC236}">
                <a16:creationId xmlns:a16="http://schemas.microsoft.com/office/drawing/2014/main" id="{57637C73-E9B0-01FE-46FE-C871BBCC7DA7}"/>
              </a:ext>
            </a:extLst>
          </p:cNvPr>
          <p:cNvSpPr txBox="1"/>
          <p:nvPr/>
        </p:nvSpPr>
        <p:spPr>
          <a:xfrm rot="16200000">
            <a:off x="-1582928" y="2716122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3810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580117" y="4787039"/>
            <a:ext cx="828000" cy="828000"/>
            <a:chOff x="-846043" y="3948343"/>
            <a:chExt cx="828000" cy="828000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lin ang="10800000" scaled="1"/>
            <a:tileRect/>
          </a:gradFill>
        </p:grpSpPr>
        <p:sp>
          <p:nvSpPr>
            <p:cNvPr id="36" name="Oval 35"/>
            <p:cNvSpPr/>
            <p:nvPr/>
          </p:nvSpPr>
          <p:spPr>
            <a:xfrm>
              <a:off x="-846043" y="3948343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8" y="4017799"/>
              <a:ext cx="668757" cy="668757"/>
            </a:xfrm>
            <a:prstGeom prst="rect">
              <a:avLst/>
            </a:prstGeom>
            <a:grpFill/>
          </p:spPr>
        </p:pic>
      </p:grpSp>
      <p:grpSp>
        <p:nvGrpSpPr>
          <p:cNvPr id="38" name="Group 37"/>
          <p:cNvGrpSpPr/>
          <p:nvPr/>
        </p:nvGrpSpPr>
        <p:grpSpPr>
          <a:xfrm>
            <a:off x="-1329277" y="2996396"/>
            <a:ext cx="828000" cy="828000"/>
            <a:chOff x="-846043" y="2989694"/>
            <a:chExt cx="828000" cy="828000"/>
          </a:xfrm>
        </p:grpSpPr>
        <p:sp>
          <p:nvSpPr>
            <p:cNvPr id="39" name="Oval 38"/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</p:spPr>
        </p:pic>
      </p:grpSp>
      <p:grpSp>
        <p:nvGrpSpPr>
          <p:cNvPr id="41" name="Group 40"/>
          <p:cNvGrpSpPr/>
          <p:nvPr/>
        </p:nvGrpSpPr>
        <p:grpSpPr>
          <a:xfrm>
            <a:off x="-1137597" y="4787039"/>
            <a:ext cx="828000" cy="828000"/>
            <a:chOff x="-828000" y="4906992"/>
            <a:chExt cx="828000" cy="828000"/>
          </a:xfrm>
        </p:grpSpPr>
        <p:sp>
          <p:nvSpPr>
            <p:cNvPr id="42" name="Oval 41"/>
            <p:cNvSpPr/>
            <p:nvPr/>
          </p:nvSpPr>
          <p:spPr>
            <a:xfrm>
              <a:off x="-828000" y="4906992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5018228"/>
              <a:ext cx="621349" cy="621349"/>
            </a:xfrm>
            <a:prstGeom prst="rect">
              <a:avLst/>
            </a:prstGeom>
          </p:spPr>
        </p:pic>
      </p:grpSp>
      <p:grpSp>
        <p:nvGrpSpPr>
          <p:cNvPr id="44" name="Group 43"/>
          <p:cNvGrpSpPr/>
          <p:nvPr/>
        </p:nvGrpSpPr>
        <p:grpSpPr>
          <a:xfrm>
            <a:off x="-1047437" y="1070997"/>
            <a:ext cx="828000" cy="828000"/>
            <a:chOff x="-846043" y="1075146"/>
            <a:chExt cx="828000" cy="828000"/>
          </a:xfrm>
        </p:grpSpPr>
        <p:sp>
          <p:nvSpPr>
            <p:cNvPr id="45" name="Oval 44"/>
            <p:cNvSpPr/>
            <p:nvPr/>
          </p:nvSpPr>
          <p:spPr>
            <a:xfrm>
              <a:off x="-846043" y="1075146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7" y="1180500"/>
              <a:ext cx="628744" cy="628744"/>
            </a:xfrm>
            <a:prstGeom prst="rect">
              <a:avLst/>
            </a:prstGeom>
          </p:spPr>
        </p:pic>
      </p:grpSp>
      <p:grpSp>
        <p:nvGrpSpPr>
          <p:cNvPr id="47" name="Group 46"/>
          <p:cNvGrpSpPr/>
          <p:nvPr/>
        </p:nvGrpSpPr>
        <p:grpSpPr>
          <a:xfrm>
            <a:off x="-1163117" y="75320"/>
            <a:ext cx="828000" cy="828000"/>
            <a:chOff x="-846043" y="136827"/>
            <a:chExt cx="828000" cy="828000"/>
          </a:xfrm>
        </p:grpSpPr>
        <p:sp>
          <p:nvSpPr>
            <p:cNvPr id="48" name="Oval 47"/>
            <p:cNvSpPr/>
            <p:nvPr/>
          </p:nvSpPr>
          <p:spPr>
            <a:xfrm>
              <a:off x="-846043" y="136827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3136" y="213904"/>
              <a:ext cx="664590" cy="664590"/>
            </a:xfrm>
            <a:prstGeom prst="rect">
              <a:avLst/>
            </a:prstGeom>
          </p:spPr>
        </p:pic>
      </p:grpSp>
      <p:grpSp>
        <p:nvGrpSpPr>
          <p:cNvPr id="50" name="Group 49"/>
          <p:cNvGrpSpPr/>
          <p:nvPr/>
        </p:nvGrpSpPr>
        <p:grpSpPr>
          <a:xfrm>
            <a:off x="-1408220" y="5884325"/>
            <a:ext cx="828000" cy="828000"/>
            <a:chOff x="-828000" y="5845311"/>
            <a:chExt cx="828000" cy="828000"/>
          </a:xfrm>
        </p:grpSpPr>
        <p:sp>
          <p:nvSpPr>
            <p:cNvPr id="51" name="Oval 50"/>
            <p:cNvSpPr/>
            <p:nvPr/>
          </p:nvSpPr>
          <p:spPr>
            <a:xfrm>
              <a:off x="-828000" y="5845311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014" y="5965291"/>
              <a:ext cx="604381" cy="604381"/>
            </a:xfrm>
            <a:prstGeom prst="rect">
              <a:avLst/>
            </a:prstGeom>
          </p:spPr>
        </p:pic>
      </p:grpSp>
      <p:grpSp>
        <p:nvGrpSpPr>
          <p:cNvPr id="53" name="Group 52"/>
          <p:cNvGrpSpPr/>
          <p:nvPr/>
        </p:nvGrpSpPr>
        <p:grpSpPr>
          <a:xfrm>
            <a:off x="-1298333" y="2066675"/>
            <a:ext cx="828000" cy="828000"/>
            <a:chOff x="-846043" y="2028997"/>
            <a:chExt cx="828000" cy="828000"/>
          </a:xfrm>
          <a:solidFill>
            <a:schemeClr val="bg1"/>
          </a:solidFill>
        </p:grpSpPr>
        <p:sp>
          <p:nvSpPr>
            <p:cNvPr id="54" name="Oval 53"/>
            <p:cNvSpPr/>
            <p:nvPr/>
          </p:nvSpPr>
          <p:spPr>
            <a:xfrm>
              <a:off x="-846043" y="202899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6157" y="2154633"/>
              <a:ext cx="608227" cy="608227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3" name="TextBox 2"/>
          <p:cNvSpPr txBox="1"/>
          <p:nvPr/>
        </p:nvSpPr>
        <p:spPr>
          <a:xfrm>
            <a:off x="3068661" y="1466510"/>
            <a:ext cx="6152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DE NOTRE APPLICATION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418" y="3448382"/>
            <a:ext cx="1849313" cy="1849313"/>
          </a:xfrm>
          <a:prstGeom prst="rect">
            <a:avLst/>
          </a:prstGeom>
        </p:spPr>
      </p:pic>
      <p:sp>
        <p:nvSpPr>
          <p:cNvPr id="5" name="Freeform 145">
            <a:extLst>
              <a:ext uri="{FF2B5EF4-FFF2-40B4-BE49-F238E27FC236}">
                <a16:creationId xmlns:a16="http://schemas.microsoft.com/office/drawing/2014/main" id="{07945791-E2B9-A893-97DB-26FC1ABDEF7C}"/>
              </a:ext>
            </a:extLst>
          </p:cNvPr>
          <p:cNvSpPr/>
          <p:nvPr/>
        </p:nvSpPr>
        <p:spPr>
          <a:xfrm>
            <a:off x="0" y="-6044458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68">
            <a:extLst>
              <a:ext uri="{FF2B5EF4-FFF2-40B4-BE49-F238E27FC236}">
                <a16:creationId xmlns:a16="http://schemas.microsoft.com/office/drawing/2014/main" id="{CB2A66DC-DDBA-2978-B293-0AF11DD0FB95}"/>
              </a:ext>
            </a:extLst>
          </p:cNvPr>
          <p:cNvSpPr txBox="1"/>
          <p:nvPr/>
        </p:nvSpPr>
        <p:spPr>
          <a:xfrm rot="16200000">
            <a:off x="-1733795" y="2374451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TEST ET RESULTATS</a:t>
            </a:r>
          </a:p>
        </p:txBody>
      </p:sp>
    </p:spTree>
    <p:extLst>
      <p:ext uri="{BB962C8B-B14F-4D97-AF65-F5344CB8AC3E}">
        <p14:creationId xmlns:p14="http://schemas.microsoft.com/office/powerpoint/2010/main" val="414398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/>
          <p:cNvGrpSpPr/>
          <p:nvPr/>
        </p:nvGrpSpPr>
        <p:grpSpPr>
          <a:xfrm>
            <a:off x="-1408220" y="3959039"/>
            <a:ext cx="828000" cy="828000"/>
            <a:chOff x="-846043" y="3948343"/>
            <a:chExt cx="828000" cy="828000"/>
          </a:xfrm>
        </p:grpSpPr>
        <p:sp>
          <p:nvSpPr>
            <p:cNvPr id="62" name="Oval 61"/>
            <p:cNvSpPr/>
            <p:nvPr/>
          </p:nvSpPr>
          <p:spPr>
            <a:xfrm>
              <a:off x="-846043" y="3948343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8" y="4017799"/>
              <a:ext cx="668757" cy="668757"/>
            </a:xfrm>
            <a:prstGeom prst="rect">
              <a:avLst/>
            </a:prstGeom>
          </p:spPr>
        </p:pic>
      </p:grpSp>
      <p:grpSp>
        <p:nvGrpSpPr>
          <p:cNvPr id="64" name="Group 63"/>
          <p:cNvGrpSpPr/>
          <p:nvPr/>
        </p:nvGrpSpPr>
        <p:grpSpPr>
          <a:xfrm>
            <a:off x="-1329277" y="2996396"/>
            <a:ext cx="828000" cy="828000"/>
            <a:chOff x="-846043" y="2989694"/>
            <a:chExt cx="828000" cy="828000"/>
          </a:xfrm>
        </p:grpSpPr>
        <p:sp>
          <p:nvSpPr>
            <p:cNvPr id="65" name="Oval 64"/>
            <p:cNvSpPr/>
            <p:nvPr/>
          </p:nvSpPr>
          <p:spPr>
            <a:xfrm>
              <a:off x="-846043" y="2989694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66" name="Picture 6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3126284"/>
              <a:ext cx="559692" cy="559692"/>
            </a:xfrm>
            <a:prstGeom prst="rect">
              <a:avLst/>
            </a:prstGeom>
          </p:spPr>
        </p:pic>
      </p:grpSp>
      <p:grpSp>
        <p:nvGrpSpPr>
          <p:cNvPr id="67" name="Group 66"/>
          <p:cNvGrpSpPr/>
          <p:nvPr/>
        </p:nvGrpSpPr>
        <p:grpSpPr>
          <a:xfrm>
            <a:off x="457344" y="5048649"/>
            <a:ext cx="828000" cy="828000"/>
            <a:chOff x="-828000" y="4906992"/>
            <a:chExt cx="828000" cy="828000"/>
          </a:xfrm>
        </p:grpSpPr>
        <p:sp>
          <p:nvSpPr>
            <p:cNvPr id="68" name="Oval 67"/>
            <p:cNvSpPr/>
            <p:nvPr/>
          </p:nvSpPr>
          <p:spPr>
            <a:xfrm>
              <a:off x="-828000" y="4906992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69" name="Picture 6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9895" y="5018228"/>
              <a:ext cx="621349" cy="621349"/>
            </a:xfrm>
            <a:prstGeom prst="rect">
              <a:avLst/>
            </a:prstGeom>
          </p:spPr>
        </p:pic>
      </p:grpSp>
      <p:grpSp>
        <p:nvGrpSpPr>
          <p:cNvPr id="70" name="Group 69"/>
          <p:cNvGrpSpPr/>
          <p:nvPr/>
        </p:nvGrpSpPr>
        <p:grpSpPr>
          <a:xfrm>
            <a:off x="-1233620" y="1238675"/>
            <a:ext cx="828000" cy="828000"/>
            <a:chOff x="-846043" y="1075146"/>
            <a:chExt cx="828000" cy="828000"/>
          </a:xfrm>
        </p:grpSpPr>
        <p:sp>
          <p:nvSpPr>
            <p:cNvPr id="71" name="Oval 70"/>
            <p:cNvSpPr/>
            <p:nvPr/>
          </p:nvSpPr>
          <p:spPr>
            <a:xfrm>
              <a:off x="-846043" y="1075146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48377" y="1180500"/>
              <a:ext cx="628744" cy="628744"/>
            </a:xfrm>
            <a:prstGeom prst="rect">
              <a:avLst/>
            </a:prstGeom>
          </p:spPr>
        </p:pic>
      </p:grpSp>
      <p:grpSp>
        <p:nvGrpSpPr>
          <p:cNvPr id="73" name="Group 72"/>
          <p:cNvGrpSpPr/>
          <p:nvPr/>
        </p:nvGrpSpPr>
        <p:grpSpPr>
          <a:xfrm>
            <a:off x="-1215821" y="67301"/>
            <a:ext cx="828000" cy="828000"/>
            <a:chOff x="-846043" y="136827"/>
            <a:chExt cx="828000" cy="828000"/>
          </a:xfrm>
        </p:grpSpPr>
        <p:sp>
          <p:nvSpPr>
            <p:cNvPr id="74" name="Oval 73"/>
            <p:cNvSpPr/>
            <p:nvPr/>
          </p:nvSpPr>
          <p:spPr>
            <a:xfrm>
              <a:off x="-846043" y="136827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53136" y="213904"/>
              <a:ext cx="664590" cy="664590"/>
            </a:xfrm>
            <a:prstGeom prst="rect">
              <a:avLst/>
            </a:prstGeom>
          </p:spPr>
        </p:pic>
      </p:grpSp>
      <p:grpSp>
        <p:nvGrpSpPr>
          <p:cNvPr id="76" name="Group 75"/>
          <p:cNvGrpSpPr/>
          <p:nvPr/>
        </p:nvGrpSpPr>
        <p:grpSpPr>
          <a:xfrm>
            <a:off x="-1408220" y="5884325"/>
            <a:ext cx="828000" cy="828000"/>
            <a:chOff x="-828000" y="5845311"/>
            <a:chExt cx="828000" cy="828000"/>
          </a:xfrm>
        </p:grpSpPr>
        <p:sp>
          <p:nvSpPr>
            <p:cNvPr id="77" name="Oval 76"/>
            <p:cNvSpPr/>
            <p:nvPr/>
          </p:nvSpPr>
          <p:spPr>
            <a:xfrm>
              <a:off x="-828000" y="5845311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78" name="Picture 77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014" y="5965291"/>
              <a:ext cx="604381" cy="604381"/>
            </a:xfrm>
            <a:prstGeom prst="rect">
              <a:avLst/>
            </a:prstGeom>
          </p:spPr>
        </p:pic>
      </p:grpSp>
      <p:grpSp>
        <p:nvGrpSpPr>
          <p:cNvPr id="79" name="Group 78"/>
          <p:cNvGrpSpPr/>
          <p:nvPr/>
        </p:nvGrpSpPr>
        <p:grpSpPr>
          <a:xfrm>
            <a:off x="-1298333" y="2066675"/>
            <a:ext cx="828000" cy="828000"/>
            <a:chOff x="-846043" y="2028997"/>
            <a:chExt cx="828000" cy="828000"/>
          </a:xfrm>
          <a:solidFill>
            <a:schemeClr val="bg1"/>
          </a:solidFill>
        </p:grpSpPr>
        <p:sp>
          <p:nvSpPr>
            <p:cNvPr id="80" name="Oval 79"/>
            <p:cNvSpPr/>
            <p:nvPr/>
          </p:nvSpPr>
          <p:spPr>
            <a:xfrm>
              <a:off x="-846043" y="2028997"/>
              <a:ext cx="828000" cy="828000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81" name="Picture 80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6157" y="2154633"/>
              <a:ext cx="608227" cy="608227"/>
            </a:xfrm>
            <a:prstGeom prst="rect">
              <a:avLst/>
            </a:prstGeom>
            <a:grpFill/>
            <a:ln>
              <a:noFill/>
            </a:ln>
          </p:spPr>
        </p:pic>
      </p:grpSp>
      <p:sp>
        <p:nvSpPr>
          <p:cNvPr id="4" name="TextBox 3"/>
          <p:cNvSpPr txBox="1"/>
          <p:nvPr/>
        </p:nvSpPr>
        <p:spPr>
          <a:xfrm>
            <a:off x="3124201" y="3231013"/>
            <a:ext cx="5943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  <p:sp>
        <p:nvSpPr>
          <p:cNvPr id="5" name="5-Point Star 4"/>
          <p:cNvSpPr/>
          <p:nvPr/>
        </p:nvSpPr>
        <p:spPr>
          <a:xfrm>
            <a:off x="2054943" y="3449797"/>
            <a:ext cx="442451" cy="41400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5-Point Star 27"/>
          <p:cNvSpPr/>
          <p:nvPr/>
        </p:nvSpPr>
        <p:spPr>
          <a:xfrm>
            <a:off x="9067799" y="3449797"/>
            <a:ext cx="442451" cy="414000"/>
          </a:xfrm>
          <a:prstGeom prst="star5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E8255E-A92D-89E9-B509-0C6797E968AF}"/>
              </a:ext>
            </a:extLst>
          </p:cNvPr>
          <p:cNvSpPr txBox="1"/>
          <p:nvPr/>
        </p:nvSpPr>
        <p:spPr>
          <a:xfrm>
            <a:off x="3345426" y="347303"/>
            <a:ext cx="59435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</a:p>
        </p:txBody>
      </p:sp>
      <p:sp>
        <p:nvSpPr>
          <p:cNvPr id="29" name="TextBox 3"/>
          <p:cNvSpPr txBox="1"/>
          <p:nvPr/>
        </p:nvSpPr>
        <p:spPr>
          <a:xfrm>
            <a:off x="2971938" y="4525429"/>
            <a:ext cx="63170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presenter par 	FEUTIO FOMEKONG FRED BRISTON</a:t>
            </a:r>
          </a:p>
        </p:txBody>
      </p:sp>
      <p:sp>
        <p:nvSpPr>
          <p:cNvPr id="2" name="Freeform 145">
            <a:extLst>
              <a:ext uri="{FF2B5EF4-FFF2-40B4-BE49-F238E27FC236}">
                <a16:creationId xmlns:a16="http://schemas.microsoft.com/office/drawing/2014/main" id="{C867FFC1-220E-B26A-F376-C0C07A5E8EB6}"/>
              </a:ext>
            </a:extLst>
          </p:cNvPr>
          <p:cNvSpPr/>
          <p:nvPr/>
        </p:nvSpPr>
        <p:spPr>
          <a:xfrm>
            <a:off x="-61681" y="-5798135"/>
            <a:ext cx="1160234" cy="21170348"/>
          </a:xfrm>
          <a:custGeom>
            <a:avLst/>
            <a:gdLst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0" fmla="*/ 1039091 w 1039091"/>
              <a:gd name="connsiteY0" fmla="*/ 0 h 21170348"/>
              <a:gd name="connsiteX1" fmla="*/ 1039091 w 1039091"/>
              <a:gd name="connsiteY1" fmla="*/ 10113331 h 21170348"/>
              <a:gd name="connsiteX2" fmla="*/ 263084 w 1039091"/>
              <a:gd name="connsiteY2" fmla="*/ 11220906 h 21170348"/>
              <a:gd name="connsiteX3" fmla="*/ 1039091 w 1039091"/>
              <a:gd name="connsiteY3" fmla="*/ 12352032 h 21170348"/>
              <a:gd name="connsiteX4" fmla="*/ 1039091 w 1039091"/>
              <a:gd name="connsiteY4" fmla="*/ 21170348 h 21170348"/>
              <a:gd name="connsiteX5" fmla="*/ 0 w 1039091"/>
              <a:gd name="connsiteY5" fmla="*/ 21170348 h 21170348"/>
              <a:gd name="connsiteX6" fmla="*/ 0 w 1039091"/>
              <a:gd name="connsiteY6" fmla="*/ 0 h 21170348"/>
              <a:gd name="connsiteX7" fmla="*/ 1039091 w 1039091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4"/>
              <a:gd name="connsiteY0" fmla="*/ 0 h 21170348"/>
              <a:gd name="connsiteX1" fmla="*/ 1039091 w 1039174"/>
              <a:gd name="connsiteY1" fmla="*/ 10113331 h 21170348"/>
              <a:gd name="connsiteX2" fmla="*/ 263084 w 1039174"/>
              <a:gd name="connsiteY2" fmla="*/ 11220906 h 21170348"/>
              <a:gd name="connsiteX3" fmla="*/ 1039091 w 1039174"/>
              <a:gd name="connsiteY3" fmla="*/ 12352032 h 21170348"/>
              <a:gd name="connsiteX4" fmla="*/ 1039091 w 1039174"/>
              <a:gd name="connsiteY4" fmla="*/ 21170348 h 21170348"/>
              <a:gd name="connsiteX5" fmla="*/ 0 w 1039174"/>
              <a:gd name="connsiteY5" fmla="*/ 21170348 h 21170348"/>
              <a:gd name="connsiteX6" fmla="*/ 0 w 1039174"/>
              <a:gd name="connsiteY6" fmla="*/ 0 h 21170348"/>
              <a:gd name="connsiteX7" fmla="*/ 1039091 w 1039174"/>
              <a:gd name="connsiteY7" fmla="*/ 0 h 21170348"/>
              <a:gd name="connsiteX0" fmla="*/ 1039091 w 1039176"/>
              <a:gd name="connsiteY0" fmla="*/ 0 h 21170348"/>
              <a:gd name="connsiteX1" fmla="*/ 1039091 w 1039176"/>
              <a:gd name="connsiteY1" fmla="*/ 10113331 h 21170348"/>
              <a:gd name="connsiteX2" fmla="*/ 263084 w 1039176"/>
              <a:gd name="connsiteY2" fmla="*/ 11220906 h 21170348"/>
              <a:gd name="connsiteX3" fmla="*/ 1039091 w 1039176"/>
              <a:gd name="connsiteY3" fmla="*/ 12352032 h 21170348"/>
              <a:gd name="connsiteX4" fmla="*/ 1039091 w 1039176"/>
              <a:gd name="connsiteY4" fmla="*/ 21170348 h 21170348"/>
              <a:gd name="connsiteX5" fmla="*/ 0 w 1039176"/>
              <a:gd name="connsiteY5" fmla="*/ 21170348 h 21170348"/>
              <a:gd name="connsiteX6" fmla="*/ 0 w 1039176"/>
              <a:gd name="connsiteY6" fmla="*/ 0 h 21170348"/>
              <a:gd name="connsiteX7" fmla="*/ 1039091 w 1039176"/>
              <a:gd name="connsiteY7" fmla="*/ 0 h 21170348"/>
              <a:gd name="connsiteX0" fmla="*/ 1039091 w 1039201"/>
              <a:gd name="connsiteY0" fmla="*/ 0 h 21170348"/>
              <a:gd name="connsiteX1" fmla="*/ 1039091 w 1039201"/>
              <a:gd name="connsiteY1" fmla="*/ 10113331 h 21170348"/>
              <a:gd name="connsiteX2" fmla="*/ 439546 w 1039201"/>
              <a:gd name="connsiteY2" fmla="*/ 11220906 h 21170348"/>
              <a:gd name="connsiteX3" fmla="*/ 1039091 w 1039201"/>
              <a:gd name="connsiteY3" fmla="*/ 12352032 h 21170348"/>
              <a:gd name="connsiteX4" fmla="*/ 1039091 w 1039201"/>
              <a:gd name="connsiteY4" fmla="*/ 21170348 h 21170348"/>
              <a:gd name="connsiteX5" fmla="*/ 0 w 1039201"/>
              <a:gd name="connsiteY5" fmla="*/ 21170348 h 21170348"/>
              <a:gd name="connsiteX6" fmla="*/ 0 w 1039201"/>
              <a:gd name="connsiteY6" fmla="*/ 0 h 21170348"/>
              <a:gd name="connsiteX7" fmla="*/ 1039091 w 1039201"/>
              <a:gd name="connsiteY7" fmla="*/ 0 h 21170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39201" h="21170348">
                <a:moveTo>
                  <a:pt x="1039091" y="0"/>
                </a:moveTo>
                <a:lnTo>
                  <a:pt x="1039091" y="10113331"/>
                </a:lnTo>
                <a:cubicBezTo>
                  <a:pt x="1001140" y="10750537"/>
                  <a:pt x="417361" y="10591613"/>
                  <a:pt x="439546" y="11220906"/>
                </a:cubicBezTo>
                <a:cubicBezTo>
                  <a:pt x="461731" y="11850199"/>
                  <a:pt x="1048438" y="11738510"/>
                  <a:pt x="1039091" y="12352032"/>
                </a:cubicBezTo>
                <a:lnTo>
                  <a:pt x="1039091" y="21170348"/>
                </a:lnTo>
                <a:lnTo>
                  <a:pt x="0" y="21170348"/>
                </a:lnTo>
                <a:lnTo>
                  <a:pt x="0" y="0"/>
                </a:lnTo>
                <a:lnTo>
                  <a:pt x="103909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68">
            <a:extLst>
              <a:ext uri="{FF2B5EF4-FFF2-40B4-BE49-F238E27FC236}">
                <a16:creationId xmlns:a16="http://schemas.microsoft.com/office/drawing/2014/main" id="{D069EA50-2DAD-CF7D-1958-71732A545DBB}"/>
              </a:ext>
            </a:extLst>
          </p:cNvPr>
          <p:cNvSpPr txBox="1"/>
          <p:nvPr/>
        </p:nvSpPr>
        <p:spPr>
          <a:xfrm rot="16200000">
            <a:off x="-1582928" y="2716122"/>
            <a:ext cx="40805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0EEF0"/>
                </a:solidFill>
                <a:latin typeface="Tw Cen MT" panose="020B06020201040206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7249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28" grpId="0" animBg="1"/>
      <p:bldP spid="30" grpId="0"/>
      <p:bldP spid="29" grpId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9">
            <a:extLst>
              <a:ext uri="{FF2B5EF4-FFF2-40B4-BE49-F238E27FC236}">
                <a16:creationId xmlns:a16="http://schemas.microsoft.com/office/drawing/2014/main" id="{BBCEA09D-478B-8642-4FC6-23F0995B5693}"/>
              </a:ext>
            </a:extLst>
          </p:cNvPr>
          <p:cNvGrpSpPr/>
          <p:nvPr/>
        </p:nvGrpSpPr>
        <p:grpSpPr>
          <a:xfrm>
            <a:off x="4331667" y="2105561"/>
            <a:ext cx="5153894" cy="2801480"/>
            <a:chOff x="4136103" y="2121039"/>
            <a:chExt cx="5153894" cy="2219394"/>
          </a:xfrm>
        </p:grpSpPr>
        <p:sp>
          <p:nvSpPr>
            <p:cNvPr id="3" name="TextBox 90">
              <a:extLst>
                <a:ext uri="{FF2B5EF4-FFF2-40B4-BE49-F238E27FC236}">
                  <a16:creationId xmlns:a16="http://schemas.microsoft.com/office/drawing/2014/main" id="{61569AB7-5017-E8C5-6ABF-97B15645DA41}"/>
                </a:ext>
              </a:extLst>
            </p:cNvPr>
            <p:cNvSpPr txBox="1"/>
            <p:nvPr/>
          </p:nvSpPr>
          <p:spPr>
            <a:xfrm>
              <a:off x="4136103" y="2121039"/>
              <a:ext cx="515389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Merci pour </a:t>
              </a:r>
            </a:p>
            <a:p>
              <a:r>
                <a:rPr lang="en-US" sz="4000" b="1" dirty="0" err="1">
                  <a:solidFill>
                    <a:srgbClr val="FF5969"/>
                  </a:solidFill>
                  <a:latin typeface="Tw Cen MT" panose="020B0602020104020603" pitchFamily="34" charset="0"/>
                </a:rPr>
                <a:t>Votre</a:t>
              </a:r>
              <a:r>
                <a:rPr lang="en-US" sz="4000" b="1" dirty="0">
                  <a:solidFill>
                    <a:srgbClr val="FF5969"/>
                  </a:solidFill>
                  <a:latin typeface="Tw Cen MT" panose="020B0602020104020603" pitchFamily="34" charset="0"/>
                </a:rPr>
                <a:t> attention </a:t>
              </a:r>
            </a:p>
            <a:p>
              <a:r>
                <a:rPr lang="en-US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et </a:t>
              </a:r>
              <a:r>
                <a:rPr lang="en-US" sz="4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votre</a:t>
              </a:r>
              <a:r>
                <a:rPr lang="en-US" sz="4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patience</a:t>
              </a:r>
            </a:p>
          </p:txBody>
        </p:sp>
        <p:sp>
          <p:nvSpPr>
            <p:cNvPr id="4" name="TextBox 91">
              <a:extLst>
                <a:ext uri="{FF2B5EF4-FFF2-40B4-BE49-F238E27FC236}">
                  <a16:creationId xmlns:a16="http://schemas.microsoft.com/office/drawing/2014/main" id="{04E07EB7-C64C-6D06-6E90-D926D94099AE}"/>
                </a:ext>
              </a:extLst>
            </p:cNvPr>
            <p:cNvSpPr txBox="1"/>
            <p:nvPr/>
          </p:nvSpPr>
          <p:spPr>
            <a:xfrm>
              <a:off x="4136103" y="3779630"/>
              <a:ext cx="4408966" cy="560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En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esperant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que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vous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</a:t>
              </a:r>
              <a:r>
                <a:rPr lang="en-US" sz="20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avez</a:t>
              </a:r>
              <a:r>
                <a:rPr lang="en-US" sz="2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w Cen MT" panose="020B0602020104020603" pitchFamily="34" charset="0"/>
                </a:rPr>
                <a:t> aimer la presentation</a:t>
              </a:r>
            </a:p>
          </p:txBody>
        </p:sp>
      </p:grpSp>
      <p:sp>
        <p:nvSpPr>
          <p:cNvPr id="5" name="Oval 92">
            <a:extLst>
              <a:ext uri="{FF2B5EF4-FFF2-40B4-BE49-F238E27FC236}">
                <a16:creationId xmlns:a16="http://schemas.microsoft.com/office/drawing/2014/main" id="{3E0CEAB0-F262-A024-E63C-ED774D0F931B}"/>
              </a:ext>
            </a:extLst>
          </p:cNvPr>
          <p:cNvSpPr/>
          <p:nvPr/>
        </p:nvSpPr>
        <p:spPr>
          <a:xfrm>
            <a:off x="923592" y="1854584"/>
            <a:ext cx="3117876" cy="31178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01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3">
            <a:extLst>
              <a:ext uri="{FF2B5EF4-FFF2-40B4-BE49-F238E27FC236}">
                <a16:creationId xmlns:a16="http://schemas.microsoft.com/office/drawing/2014/main" id="{B6579822-65A1-3999-E2FD-8A450B86BB48}"/>
              </a:ext>
            </a:extLst>
          </p:cNvPr>
          <p:cNvSpPr/>
          <p:nvPr/>
        </p:nvSpPr>
        <p:spPr>
          <a:xfrm>
            <a:off x="1262553" y="2193545"/>
            <a:ext cx="2439954" cy="2439954"/>
          </a:xfrm>
          <a:prstGeom prst="ellipse">
            <a:avLst/>
          </a:prstGeom>
          <a:solidFill>
            <a:srgbClr val="FF5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94">
            <a:extLst>
              <a:ext uri="{FF2B5EF4-FFF2-40B4-BE49-F238E27FC236}">
                <a16:creationId xmlns:a16="http://schemas.microsoft.com/office/drawing/2014/main" id="{2E91C31D-1FC8-B257-8748-A62CEFF0FC0D}"/>
              </a:ext>
            </a:extLst>
          </p:cNvPr>
          <p:cNvSpPr/>
          <p:nvPr/>
        </p:nvSpPr>
        <p:spPr>
          <a:xfrm>
            <a:off x="1478718" y="2409710"/>
            <a:ext cx="2007624" cy="2007624"/>
          </a:xfrm>
          <a:prstGeom prst="ellipse">
            <a:avLst/>
          </a:prstGeom>
          <a:solidFill>
            <a:srgbClr val="F0E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95">
            <a:extLst>
              <a:ext uri="{FF2B5EF4-FFF2-40B4-BE49-F238E27FC236}">
                <a16:creationId xmlns:a16="http://schemas.microsoft.com/office/drawing/2014/main" id="{D8A2273B-BC80-54D7-C0E3-F546B95F72AE}"/>
              </a:ext>
            </a:extLst>
          </p:cNvPr>
          <p:cNvGrpSpPr/>
          <p:nvPr/>
        </p:nvGrpSpPr>
        <p:grpSpPr>
          <a:xfrm>
            <a:off x="1829045" y="2760036"/>
            <a:ext cx="1306970" cy="1306970"/>
            <a:chOff x="4995674" y="4044712"/>
            <a:chExt cx="848364" cy="848364"/>
          </a:xfrm>
          <a:solidFill>
            <a:srgbClr val="FF5969"/>
          </a:solidFill>
        </p:grpSpPr>
        <p:grpSp>
          <p:nvGrpSpPr>
            <p:cNvPr id="9" name="Group 96">
              <a:extLst>
                <a:ext uri="{FF2B5EF4-FFF2-40B4-BE49-F238E27FC236}">
                  <a16:creationId xmlns:a16="http://schemas.microsoft.com/office/drawing/2014/main" id="{1638B81A-E950-27EE-5ADA-7B56C564F4CE}"/>
                </a:ext>
              </a:extLst>
            </p:cNvPr>
            <p:cNvGrpSpPr/>
            <p:nvPr/>
          </p:nvGrpSpPr>
          <p:grpSpPr>
            <a:xfrm>
              <a:off x="5011823" y="4060861"/>
              <a:ext cx="816066" cy="816066"/>
              <a:chOff x="3205163" y="1762126"/>
              <a:chExt cx="601662" cy="601662"/>
            </a:xfrm>
            <a:grpFill/>
          </p:grpSpPr>
          <p:sp>
            <p:nvSpPr>
              <p:cNvPr id="14" name="Freeform 176">
                <a:extLst>
                  <a:ext uri="{FF2B5EF4-FFF2-40B4-BE49-F238E27FC236}">
                    <a16:creationId xmlns:a16="http://schemas.microsoft.com/office/drawing/2014/main" id="{511DDD3F-6433-60D2-67AC-2EC32627D0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088" y="1762126"/>
                <a:ext cx="23813" cy="73025"/>
              </a:xfrm>
              <a:custGeom>
                <a:avLst/>
                <a:gdLst>
                  <a:gd name="T0" fmla="*/ 15 w 30"/>
                  <a:gd name="T1" fmla="*/ 95 h 95"/>
                  <a:gd name="T2" fmla="*/ 0 w 30"/>
                  <a:gd name="T3" fmla="*/ 80 h 95"/>
                  <a:gd name="T4" fmla="*/ 0 w 30"/>
                  <a:gd name="T5" fmla="*/ 15 h 95"/>
                  <a:gd name="T6" fmla="*/ 15 w 30"/>
                  <a:gd name="T7" fmla="*/ 0 h 95"/>
                  <a:gd name="T8" fmla="*/ 30 w 30"/>
                  <a:gd name="T9" fmla="*/ 15 h 95"/>
                  <a:gd name="T10" fmla="*/ 30 w 30"/>
                  <a:gd name="T11" fmla="*/ 80 h 95"/>
                  <a:gd name="T12" fmla="*/ 15 w 30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95">
                    <a:moveTo>
                      <a:pt x="15" y="95"/>
                    </a:moveTo>
                    <a:cubicBezTo>
                      <a:pt x="7" y="95"/>
                      <a:pt x="0" y="88"/>
                      <a:pt x="0" y="80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cubicBezTo>
                      <a:pt x="24" y="0"/>
                      <a:pt x="30" y="7"/>
                      <a:pt x="30" y="15"/>
                    </a:cubicBezTo>
                    <a:lnTo>
                      <a:pt x="30" y="80"/>
                    </a:lnTo>
                    <a:cubicBezTo>
                      <a:pt x="30" y="88"/>
                      <a:pt x="24" y="95"/>
                      <a:pt x="15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177">
                <a:extLst>
                  <a:ext uri="{FF2B5EF4-FFF2-40B4-BE49-F238E27FC236}">
                    <a16:creationId xmlns:a16="http://schemas.microsoft.com/office/drawing/2014/main" id="{9D19F52E-82AD-F269-5E87-B968F8703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150" y="1800226"/>
                <a:ext cx="50800" cy="66675"/>
              </a:xfrm>
              <a:custGeom>
                <a:avLst/>
                <a:gdLst>
                  <a:gd name="T0" fmla="*/ 17 w 67"/>
                  <a:gd name="T1" fmla="*/ 88 h 88"/>
                  <a:gd name="T2" fmla="*/ 10 w 67"/>
                  <a:gd name="T3" fmla="*/ 86 h 88"/>
                  <a:gd name="T4" fmla="*/ 4 w 67"/>
                  <a:gd name="T5" fmla="*/ 66 h 88"/>
                  <a:gd name="T6" fmla="*/ 37 w 67"/>
                  <a:gd name="T7" fmla="*/ 9 h 88"/>
                  <a:gd name="T8" fmla="*/ 57 w 67"/>
                  <a:gd name="T9" fmla="*/ 4 h 88"/>
                  <a:gd name="T10" fmla="*/ 63 w 67"/>
                  <a:gd name="T11" fmla="*/ 24 h 88"/>
                  <a:gd name="T12" fmla="*/ 30 w 67"/>
                  <a:gd name="T13" fmla="*/ 81 h 88"/>
                  <a:gd name="T14" fmla="*/ 17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17" y="88"/>
                    </a:moveTo>
                    <a:cubicBezTo>
                      <a:pt x="15" y="88"/>
                      <a:pt x="12" y="88"/>
                      <a:pt x="10" y="86"/>
                    </a:cubicBezTo>
                    <a:cubicBezTo>
                      <a:pt x="3" y="82"/>
                      <a:pt x="0" y="73"/>
                      <a:pt x="4" y="66"/>
                    </a:cubicBezTo>
                    <a:lnTo>
                      <a:pt x="37" y="9"/>
                    </a:lnTo>
                    <a:cubicBezTo>
                      <a:pt x="41" y="2"/>
                      <a:pt x="50" y="0"/>
                      <a:pt x="57" y="4"/>
                    </a:cubicBezTo>
                    <a:cubicBezTo>
                      <a:pt x="65" y="8"/>
                      <a:pt x="67" y="17"/>
                      <a:pt x="63" y="24"/>
                    </a:cubicBezTo>
                    <a:lnTo>
                      <a:pt x="30" y="81"/>
                    </a:lnTo>
                    <a:cubicBezTo>
                      <a:pt x="28" y="85"/>
                      <a:pt x="23" y="88"/>
                      <a:pt x="17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Freeform 178">
                <a:extLst>
                  <a:ext uri="{FF2B5EF4-FFF2-40B4-BE49-F238E27FC236}">
                    <a16:creationId xmlns:a16="http://schemas.microsoft.com/office/drawing/2014/main" id="{F34A0838-8BDF-430B-FDFB-54BFD8267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463" y="1905001"/>
                <a:ext cx="69850" cy="49213"/>
              </a:xfrm>
              <a:custGeom>
                <a:avLst/>
                <a:gdLst>
                  <a:gd name="T0" fmla="*/ 17 w 91"/>
                  <a:gd name="T1" fmla="*/ 65 h 65"/>
                  <a:gd name="T2" fmla="*/ 4 w 91"/>
                  <a:gd name="T3" fmla="*/ 58 h 65"/>
                  <a:gd name="T4" fmla="*/ 10 w 91"/>
                  <a:gd name="T5" fmla="*/ 37 h 65"/>
                  <a:gd name="T6" fmla="*/ 66 w 91"/>
                  <a:gd name="T7" fmla="*/ 5 h 65"/>
                  <a:gd name="T8" fmla="*/ 87 w 91"/>
                  <a:gd name="T9" fmla="*/ 10 h 65"/>
                  <a:gd name="T10" fmla="*/ 81 w 91"/>
                  <a:gd name="T11" fmla="*/ 31 h 65"/>
                  <a:gd name="T12" fmla="*/ 25 w 91"/>
                  <a:gd name="T13" fmla="*/ 63 h 65"/>
                  <a:gd name="T14" fmla="*/ 17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17" y="65"/>
                    </a:moveTo>
                    <a:cubicBezTo>
                      <a:pt x="12" y="65"/>
                      <a:pt x="7" y="62"/>
                      <a:pt x="4" y="58"/>
                    </a:cubicBezTo>
                    <a:cubicBezTo>
                      <a:pt x="0" y="50"/>
                      <a:pt x="3" y="41"/>
                      <a:pt x="10" y="37"/>
                    </a:cubicBezTo>
                    <a:lnTo>
                      <a:pt x="66" y="5"/>
                    </a:lnTo>
                    <a:cubicBezTo>
                      <a:pt x="73" y="0"/>
                      <a:pt x="82" y="3"/>
                      <a:pt x="87" y="10"/>
                    </a:cubicBezTo>
                    <a:cubicBezTo>
                      <a:pt x="91" y="17"/>
                      <a:pt x="88" y="26"/>
                      <a:pt x="81" y="31"/>
                    </a:cubicBezTo>
                    <a:lnTo>
                      <a:pt x="25" y="63"/>
                    </a:lnTo>
                    <a:cubicBezTo>
                      <a:pt x="22" y="64"/>
                      <a:pt x="20" y="65"/>
                      <a:pt x="17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Freeform 179">
                <a:extLst>
                  <a:ext uri="{FF2B5EF4-FFF2-40B4-BE49-F238E27FC236}">
                    <a16:creationId xmlns:a16="http://schemas.microsoft.com/office/drawing/2014/main" id="{0AF9B7EA-433F-D5A9-7A23-B1A741F802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800" y="2051051"/>
                <a:ext cx="73025" cy="23813"/>
              </a:xfrm>
              <a:custGeom>
                <a:avLst/>
                <a:gdLst>
                  <a:gd name="T0" fmla="*/ 80 w 95"/>
                  <a:gd name="T1" fmla="*/ 30 h 30"/>
                  <a:gd name="T2" fmla="*/ 15 w 95"/>
                  <a:gd name="T3" fmla="*/ 30 h 30"/>
                  <a:gd name="T4" fmla="*/ 0 w 95"/>
                  <a:gd name="T5" fmla="*/ 15 h 30"/>
                  <a:gd name="T6" fmla="*/ 15 w 95"/>
                  <a:gd name="T7" fmla="*/ 0 h 30"/>
                  <a:gd name="T8" fmla="*/ 80 w 95"/>
                  <a:gd name="T9" fmla="*/ 0 h 30"/>
                  <a:gd name="T10" fmla="*/ 95 w 95"/>
                  <a:gd name="T11" fmla="*/ 15 h 30"/>
                  <a:gd name="T12" fmla="*/ 80 w 95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5" h="30">
                    <a:moveTo>
                      <a:pt x="80" y="30"/>
                    </a:moveTo>
                    <a:lnTo>
                      <a:pt x="15" y="30"/>
                    </a:lnTo>
                    <a:cubicBezTo>
                      <a:pt x="7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5" y="0"/>
                    </a:cubicBezTo>
                    <a:lnTo>
                      <a:pt x="80" y="0"/>
                    </a:lnTo>
                    <a:cubicBezTo>
                      <a:pt x="89" y="0"/>
                      <a:pt x="95" y="7"/>
                      <a:pt x="95" y="15"/>
                    </a:cubicBezTo>
                    <a:cubicBezTo>
                      <a:pt x="95" y="23"/>
                      <a:pt x="89" y="30"/>
                      <a:pt x="8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Freeform 180">
                <a:extLst>
                  <a:ext uri="{FF2B5EF4-FFF2-40B4-BE49-F238E27FC236}">
                    <a16:creationId xmlns:a16="http://schemas.microsoft.com/office/drawing/2014/main" id="{8503042F-796D-F6ED-C3F2-6F2CADFBC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463" y="2170113"/>
                <a:ext cx="69850" cy="49213"/>
              </a:xfrm>
              <a:custGeom>
                <a:avLst/>
                <a:gdLst>
                  <a:gd name="T0" fmla="*/ 73 w 91"/>
                  <a:gd name="T1" fmla="*/ 65 h 65"/>
                  <a:gd name="T2" fmla="*/ 66 w 91"/>
                  <a:gd name="T3" fmla="*/ 62 h 65"/>
                  <a:gd name="T4" fmla="*/ 10 w 91"/>
                  <a:gd name="T5" fmla="*/ 30 h 65"/>
                  <a:gd name="T6" fmla="*/ 4 w 91"/>
                  <a:gd name="T7" fmla="*/ 9 h 65"/>
                  <a:gd name="T8" fmla="*/ 25 w 91"/>
                  <a:gd name="T9" fmla="*/ 4 h 65"/>
                  <a:gd name="T10" fmla="*/ 81 w 91"/>
                  <a:gd name="T11" fmla="*/ 36 h 65"/>
                  <a:gd name="T12" fmla="*/ 87 w 91"/>
                  <a:gd name="T13" fmla="*/ 57 h 65"/>
                  <a:gd name="T14" fmla="*/ 73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73" y="65"/>
                    </a:moveTo>
                    <a:cubicBezTo>
                      <a:pt x="71" y="65"/>
                      <a:pt x="68" y="64"/>
                      <a:pt x="66" y="62"/>
                    </a:cubicBezTo>
                    <a:lnTo>
                      <a:pt x="10" y="30"/>
                    </a:lnTo>
                    <a:cubicBezTo>
                      <a:pt x="3" y="26"/>
                      <a:pt x="0" y="17"/>
                      <a:pt x="4" y="9"/>
                    </a:cubicBezTo>
                    <a:cubicBezTo>
                      <a:pt x="8" y="2"/>
                      <a:pt x="18" y="0"/>
                      <a:pt x="25" y="4"/>
                    </a:cubicBezTo>
                    <a:lnTo>
                      <a:pt x="81" y="36"/>
                    </a:lnTo>
                    <a:cubicBezTo>
                      <a:pt x="88" y="41"/>
                      <a:pt x="91" y="50"/>
                      <a:pt x="87" y="57"/>
                    </a:cubicBezTo>
                    <a:cubicBezTo>
                      <a:pt x="84" y="62"/>
                      <a:pt x="79" y="65"/>
                      <a:pt x="73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Freeform 181">
                <a:extLst>
                  <a:ext uri="{FF2B5EF4-FFF2-40B4-BE49-F238E27FC236}">
                    <a16:creationId xmlns:a16="http://schemas.microsoft.com/office/drawing/2014/main" id="{118ABB50-2558-795F-B661-60069400D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3150" y="2257426"/>
                <a:ext cx="50800" cy="66675"/>
              </a:xfrm>
              <a:custGeom>
                <a:avLst/>
                <a:gdLst>
                  <a:gd name="T0" fmla="*/ 50 w 67"/>
                  <a:gd name="T1" fmla="*/ 88 h 88"/>
                  <a:gd name="T2" fmla="*/ 37 w 67"/>
                  <a:gd name="T3" fmla="*/ 81 h 88"/>
                  <a:gd name="T4" fmla="*/ 4 w 67"/>
                  <a:gd name="T5" fmla="*/ 24 h 88"/>
                  <a:gd name="T6" fmla="*/ 10 w 67"/>
                  <a:gd name="T7" fmla="*/ 4 h 88"/>
                  <a:gd name="T8" fmla="*/ 30 w 67"/>
                  <a:gd name="T9" fmla="*/ 9 h 88"/>
                  <a:gd name="T10" fmla="*/ 63 w 67"/>
                  <a:gd name="T11" fmla="*/ 66 h 88"/>
                  <a:gd name="T12" fmla="*/ 57 w 67"/>
                  <a:gd name="T13" fmla="*/ 86 h 88"/>
                  <a:gd name="T14" fmla="*/ 50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50" y="88"/>
                    </a:moveTo>
                    <a:cubicBezTo>
                      <a:pt x="45" y="88"/>
                      <a:pt x="40" y="85"/>
                      <a:pt x="37" y="81"/>
                    </a:cubicBezTo>
                    <a:lnTo>
                      <a:pt x="4" y="24"/>
                    </a:lnTo>
                    <a:cubicBezTo>
                      <a:pt x="0" y="17"/>
                      <a:pt x="3" y="8"/>
                      <a:pt x="10" y="4"/>
                    </a:cubicBezTo>
                    <a:cubicBezTo>
                      <a:pt x="17" y="0"/>
                      <a:pt x="26" y="2"/>
                      <a:pt x="30" y="9"/>
                    </a:cubicBezTo>
                    <a:lnTo>
                      <a:pt x="63" y="66"/>
                    </a:lnTo>
                    <a:cubicBezTo>
                      <a:pt x="67" y="73"/>
                      <a:pt x="65" y="82"/>
                      <a:pt x="57" y="86"/>
                    </a:cubicBezTo>
                    <a:cubicBezTo>
                      <a:pt x="55" y="88"/>
                      <a:pt x="52" y="88"/>
                      <a:pt x="50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Freeform 182">
                <a:extLst>
                  <a:ext uri="{FF2B5EF4-FFF2-40B4-BE49-F238E27FC236}">
                    <a16:creationId xmlns:a16="http://schemas.microsoft.com/office/drawing/2014/main" id="{CBB55570-DD5B-3785-3AE3-44D8FD175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4088" y="2290763"/>
                <a:ext cx="23813" cy="73025"/>
              </a:xfrm>
              <a:custGeom>
                <a:avLst/>
                <a:gdLst>
                  <a:gd name="T0" fmla="*/ 15 w 30"/>
                  <a:gd name="T1" fmla="*/ 95 h 95"/>
                  <a:gd name="T2" fmla="*/ 0 w 30"/>
                  <a:gd name="T3" fmla="*/ 80 h 95"/>
                  <a:gd name="T4" fmla="*/ 0 w 30"/>
                  <a:gd name="T5" fmla="*/ 15 h 95"/>
                  <a:gd name="T6" fmla="*/ 15 w 30"/>
                  <a:gd name="T7" fmla="*/ 0 h 95"/>
                  <a:gd name="T8" fmla="*/ 30 w 30"/>
                  <a:gd name="T9" fmla="*/ 15 h 95"/>
                  <a:gd name="T10" fmla="*/ 30 w 30"/>
                  <a:gd name="T11" fmla="*/ 80 h 95"/>
                  <a:gd name="T12" fmla="*/ 15 w 30"/>
                  <a:gd name="T1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0" h="95">
                    <a:moveTo>
                      <a:pt x="15" y="95"/>
                    </a:moveTo>
                    <a:cubicBezTo>
                      <a:pt x="7" y="95"/>
                      <a:pt x="0" y="88"/>
                      <a:pt x="0" y="80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cubicBezTo>
                      <a:pt x="24" y="0"/>
                      <a:pt x="30" y="7"/>
                      <a:pt x="30" y="15"/>
                    </a:cubicBezTo>
                    <a:lnTo>
                      <a:pt x="30" y="80"/>
                    </a:lnTo>
                    <a:cubicBezTo>
                      <a:pt x="30" y="88"/>
                      <a:pt x="24" y="95"/>
                      <a:pt x="15" y="9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Freeform 183">
                <a:extLst>
                  <a:ext uri="{FF2B5EF4-FFF2-40B4-BE49-F238E27FC236}">
                    <a16:creationId xmlns:a16="http://schemas.microsoft.com/office/drawing/2014/main" id="{7F05A4C4-3336-B6EC-A425-1BBA1FD40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625" y="2257426"/>
                <a:ext cx="50800" cy="66675"/>
              </a:xfrm>
              <a:custGeom>
                <a:avLst/>
                <a:gdLst>
                  <a:gd name="T0" fmla="*/ 17 w 67"/>
                  <a:gd name="T1" fmla="*/ 88 h 88"/>
                  <a:gd name="T2" fmla="*/ 9 w 67"/>
                  <a:gd name="T3" fmla="*/ 86 h 88"/>
                  <a:gd name="T4" fmla="*/ 4 w 67"/>
                  <a:gd name="T5" fmla="*/ 66 h 88"/>
                  <a:gd name="T6" fmla="*/ 36 w 67"/>
                  <a:gd name="T7" fmla="*/ 9 h 88"/>
                  <a:gd name="T8" fmla="*/ 57 w 67"/>
                  <a:gd name="T9" fmla="*/ 4 h 88"/>
                  <a:gd name="T10" fmla="*/ 62 w 67"/>
                  <a:gd name="T11" fmla="*/ 24 h 88"/>
                  <a:gd name="T12" fmla="*/ 30 w 67"/>
                  <a:gd name="T13" fmla="*/ 81 h 88"/>
                  <a:gd name="T14" fmla="*/ 17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17" y="88"/>
                    </a:moveTo>
                    <a:cubicBezTo>
                      <a:pt x="14" y="88"/>
                      <a:pt x="12" y="88"/>
                      <a:pt x="9" y="86"/>
                    </a:cubicBezTo>
                    <a:cubicBezTo>
                      <a:pt x="2" y="82"/>
                      <a:pt x="0" y="73"/>
                      <a:pt x="4" y="66"/>
                    </a:cubicBezTo>
                    <a:lnTo>
                      <a:pt x="36" y="9"/>
                    </a:lnTo>
                    <a:cubicBezTo>
                      <a:pt x="41" y="2"/>
                      <a:pt x="50" y="0"/>
                      <a:pt x="57" y="4"/>
                    </a:cubicBezTo>
                    <a:cubicBezTo>
                      <a:pt x="64" y="8"/>
                      <a:pt x="67" y="17"/>
                      <a:pt x="62" y="24"/>
                    </a:cubicBezTo>
                    <a:lnTo>
                      <a:pt x="30" y="81"/>
                    </a:lnTo>
                    <a:cubicBezTo>
                      <a:pt x="27" y="85"/>
                      <a:pt x="22" y="88"/>
                      <a:pt x="17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Freeform 184">
                <a:extLst>
                  <a:ext uri="{FF2B5EF4-FFF2-40B4-BE49-F238E27FC236}">
                    <a16:creationId xmlns:a16="http://schemas.microsoft.com/office/drawing/2014/main" id="{7CC1DCD3-D832-22E8-1668-7AB2478C0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63" y="2170113"/>
                <a:ext cx="69850" cy="49213"/>
              </a:xfrm>
              <a:custGeom>
                <a:avLst/>
                <a:gdLst>
                  <a:gd name="T0" fmla="*/ 17 w 91"/>
                  <a:gd name="T1" fmla="*/ 65 h 65"/>
                  <a:gd name="T2" fmla="*/ 4 w 91"/>
                  <a:gd name="T3" fmla="*/ 57 h 65"/>
                  <a:gd name="T4" fmla="*/ 10 w 91"/>
                  <a:gd name="T5" fmla="*/ 36 h 65"/>
                  <a:gd name="T6" fmla="*/ 66 w 91"/>
                  <a:gd name="T7" fmla="*/ 4 h 65"/>
                  <a:gd name="T8" fmla="*/ 87 w 91"/>
                  <a:gd name="T9" fmla="*/ 9 h 65"/>
                  <a:gd name="T10" fmla="*/ 81 w 91"/>
                  <a:gd name="T11" fmla="*/ 30 h 65"/>
                  <a:gd name="T12" fmla="*/ 25 w 91"/>
                  <a:gd name="T13" fmla="*/ 62 h 65"/>
                  <a:gd name="T14" fmla="*/ 17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17" y="65"/>
                    </a:moveTo>
                    <a:cubicBezTo>
                      <a:pt x="12" y="65"/>
                      <a:pt x="7" y="62"/>
                      <a:pt x="4" y="57"/>
                    </a:cubicBezTo>
                    <a:cubicBezTo>
                      <a:pt x="0" y="50"/>
                      <a:pt x="3" y="41"/>
                      <a:pt x="10" y="36"/>
                    </a:cubicBezTo>
                    <a:lnTo>
                      <a:pt x="66" y="4"/>
                    </a:lnTo>
                    <a:cubicBezTo>
                      <a:pt x="73" y="0"/>
                      <a:pt x="82" y="2"/>
                      <a:pt x="87" y="9"/>
                    </a:cubicBezTo>
                    <a:cubicBezTo>
                      <a:pt x="91" y="17"/>
                      <a:pt x="88" y="26"/>
                      <a:pt x="81" y="30"/>
                    </a:cubicBezTo>
                    <a:lnTo>
                      <a:pt x="25" y="62"/>
                    </a:lnTo>
                    <a:cubicBezTo>
                      <a:pt x="22" y="64"/>
                      <a:pt x="20" y="65"/>
                      <a:pt x="17" y="6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Freeform 185">
                <a:extLst>
                  <a:ext uri="{FF2B5EF4-FFF2-40B4-BE49-F238E27FC236}">
                    <a16:creationId xmlns:a16="http://schemas.microsoft.com/office/drawing/2014/main" id="{5739A499-77C2-4C29-7A07-37F0DB7AF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5163" y="2051051"/>
                <a:ext cx="73025" cy="23813"/>
              </a:xfrm>
              <a:custGeom>
                <a:avLst/>
                <a:gdLst>
                  <a:gd name="T0" fmla="*/ 80 w 96"/>
                  <a:gd name="T1" fmla="*/ 30 h 30"/>
                  <a:gd name="T2" fmla="*/ 16 w 96"/>
                  <a:gd name="T3" fmla="*/ 30 h 30"/>
                  <a:gd name="T4" fmla="*/ 0 w 96"/>
                  <a:gd name="T5" fmla="*/ 15 h 30"/>
                  <a:gd name="T6" fmla="*/ 16 w 96"/>
                  <a:gd name="T7" fmla="*/ 0 h 30"/>
                  <a:gd name="T8" fmla="*/ 80 w 96"/>
                  <a:gd name="T9" fmla="*/ 0 h 30"/>
                  <a:gd name="T10" fmla="*/ 96 w 96"/>
                  <a:gd name="T11" fmla="*/ 15 h 30"/>
                  <a:gd name="T12" fmla="*/ 80 w 96"/>
                  <a:gd name="T13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6" h="30">
                    <a:moveTo>
                      <a:pt x="80" y="30"/>
                    </a:moveTo>
                    <a:lnTo>
                      <a:pt x="16" y="30"/>
                    </a:lnTo>
                    <a:cubicBezTo>
                      <a:pt x="7" y="30"/>
                      <a:pt x="0" y="23"/>
                      <a:pt x="0" y="15"/>
                    </a:cubicBezTo>
                    <a:cubicBezTo>
                      <a:pt x="0" y="7"/>
                      <a:pt x="7" y="0"/>
                      <a:pt x="16" y="0"/>
                    </a:cubicBezTo>
                    <a:lnTo>
                      <a:pt x="80" y="0"/>
                    </a:lnTo>
                    <a:cubicBezTo>
                      <a:pt x="89" y="0"/>
                      <a:pt x="96" y="7"/>
                      <a:pt x="96" y="15"/>
                    </a:cubicBezTo>
                    <a:cubicBezTo>
                      <a:pt x="96" y="23"/>
                      <a:pt x="89" y="30"/>
                      <a:pt x="8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Freeform 186">
                <a:extLst>
                  <a:ext uri="{FF2B5EF4-FFF2-40B4-BE49-F238E27FC236}">
                    <a16:creationId xmlns:a16="http://schemas.microsoft.com/office/drawing/2014/main" id="{0105B92A-CCC7-4978-095C-B39124D378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63" y="1905001"/>
                <a:ext cx="69850" cy="49213"/>
              </a:xfrm>
              <a:custGeom>
                <a:avLst/>
                <a:gdLst>
                  <a:gd name="T0" fmla="*/ 73 w 91"/>
                  <a:gd name="T1" fmla="*/ 65 h 65"/>
                  <a:gd name="T2" fmla="*/ 66 w 91"/>
                  <a:gd name="T3" fmla="*/ 63 h 65"/>
                  <a:gd name="T4" fmla="*/ 10 w 91"/>
                  <a:gd name="T5" fmla="*/ 31 h 65"/>
                  <a:gd name="T6" fmla="*/ 4 w 91"/>
                  <a:gd name="T7" fmla="*/ 10 h 65"/>
                  <a:gd name="T8" fmla="*/ 25 w 91"/>
                  <a:gd name="T9" fmla="*/ 5 h 65"/>
                  <a:gd name="T10" fmla="*/ 81 w 91"/>
                  <a:gd name="T11" fmla="*/ 37 h 65"/>
                  <a:gd name="T12" fmla="*/ 87 w 91"/>
                  <a:gd name="T13" fmla="*/ 58 h 65"/>
                  <a:gd name="T14" fmla="*/ 73 w 91"/>
                  <a:gd name="T15" fmla="*/ 65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1" h="65">
                    <a:moveTo>
                      <a:pt x="73" y="65"/>
                    </a:moveTo>
                    <a:cubicBezTo>
                      <a:pt x="71" y="65"/>
                      <a:pt x="68" y="64"/>
                      <a:pt x="66" y="63"/>
                    </a:cubicBezTo>
                    <a:lnTo>
                      <a:pt x="10" y="31"/>
                    </a:lnTo>
                    <a:cubicBezTo>
                      <a:pt x="3" y="26"/>
                      <a:pt x="0" y="17"/>
                      <a:pt x="4" y="10"/>
                    </a:cubicBezTo>
                    <a:cubicBezTo>
                      <a:pt x="8" y="3"/>
                      <a:pt x="18" y="0"/>
                      <a:pt x="25" y="5"/>
                    </a:cubicBezTo>
                    <a:lnTo>
                      <a:pt x="81" y="37"/>
                    </a:lnTo>
                    <a:cubicBezTo>
                      <a:pt x="88" y="41"/>
                      <a:pt x="91" y="50"/>
                      <a:pt x="87" y="58"/>
                    </a:cubicBezTo>
                    <a:cubicBezTo>
                      <a:pt x="84" y="62"/>
                      <a:pt x="79" y="65"/>
                      <a:pt x="73" y="6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Freeform 187">
                <a:extLst>
                  <a:ext uri="{FF2B5EF4-FFF2-40B4-BE49-F238E27FC236}">
                    <a16:creationId xmlns:a16="http://schemas.microsoft.com/office/drawing/2014/main" id="{8A8510BE-5283-DEE8-5BB3-6F6FB413F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9625" y="1800226"/>
                <a:ext cx="50800" cy="66675"/>
              </a:xfrm>
              <a:custGeom>
                <a:avLst/>
                <a:gdLst>
                  <a:gd name="T0" fmla="*/ 49 w 67"/>
                  <a:gd name="T1" fmla="*/ 88 h 88"/>
                  <a:gd name="T2" fmla="*/ 36 w 67"/>
                  <a:gd name="T3" fmla="*/ 81 h 88"/>
                  <a:gd name="T4" fmla="*/ 4 w 67"/>
                  <a:gd name="T5" fmla="*/ 24 h 88"/>
                  <a:gd name="T6" fmla="*/ 9 w 67"/>
                  <a:gd name="T7" fmla="*/ 4 h 88"/>
                  <a:gd name="T8" fmla="*/ 30 w 67"/>
                  <a:gd name="T9" fmla="*/ 9 h 88"/>
                  <a:gd name="T10" fmla="*/ 62 w 67"/>
                  <a:gd name="T11" fmla="*/ 66 h 88"/>
                  <a:gd name="T12" fmla="*/ 57 w 67"/>
                  <a:gd name="T13" fmla="*/ 86 h 88"/>
                  <a:gd name="T14" fmla="*/ 49 w 67"/>
                  <a:gd name="T15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7" h="88">
                    <a:moveTo>
                      <a:pt x="49" y="88"/>
                    </a:moveTo>
                    <a:cubicBezTo>
                      <a:pt x="44" y="88"/>
                      <a:pt x="39" y="85"/>
                      <a:pt x="36" y="81"/>
                    </a:cubicBezTo>
                    <a:lnTo>
                      <a:pt x="4" y="24"/>
                    </a:lnTo>
                    <a:cubicBezTo>
                      <a:pt x="0" y="17"/>
                      <a:pt x="2" y="8"/>
                      <a:pt x="9" y="4"/>
                    </a:cubicBezTo>
                    <a:cubicBezTo>
                      <a:pt x="17" y="0"/>
                      <a:pt x="26" y="2"/>
                      <a:pt x="30" y="9"/>
                    </a:cubicBezTo>
                    <a:lnTo>
                      <a:pt x="62" y="66"/>
                    </a:lnTo>
                    <a:cubicBezTo>
                      <a:pt x="67" y="73"/>
                      <a:pt x="64" y="82"/>
                      <a:pt x="57" y="86"/>
                    </a:cubicBezTo>
                    <a:cubicBezTo>
                      <a:pt x="55" y="88"/>
                      <a:pt x="52" y="88"/>
                      <a:pt x="49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Circle: Hollow 97">
              <a:extLst>
                <a:ext uri="{FF2B5EF4-FFF2-40B4-BE49-F238E27FC236}">
                  <a16:creationId xmlns:a16="http://schemas.microsoft.com/office/drawing/2014/main" id="{0FFA6515-E517-49FE-0800-2F7DC8E3662A}"/>
                </a:ext>
              </a:extLst>
            </p:cNvPr>
            <p:cNvSpPr/>
            <p:nvPr/>
          </p:nvSpPr>
          <p:spPr>
            <a:xfrm>
              <a:off x="4995674" y="4044712"/>
              <a:ext cx="848364" cy="848364"/>
            </a:xfrm>
            <a:prstGeom prst="donut">
              <a:avLst>
                <a:gd name="adj" fmla="val 3945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Circle: Hollow 98">
              <a:extLst>
                <a:ext uri="{FF2B5EF4-FFF2-40B4-BE49-F238E27FC236}">
                  <a16:creationId xmlns:a16="http://schemas.microsoft.com/office/drawing/2014/main" id="{49FE97D0-4EF7-5394-58D8-92CD1366DB01}"/>
                </a:ext>
              </a:extLst>
            </p:cNvPr>
            <p:cNvSpPr/>
            <p:nvPr/>
          </p:nvSpPr>
          <p:spPr>
            <a:xfrm>
              <a:off x="5348489" y="4397528"/>
              <a:ext cx="142736" cy="142734"/>
            </a:xfrm>
            <a:prstGeom prst="donut">
              <a:avLst>
                <a:gd name="adj" fmla="val 2263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: Top Corners Rounded 99">
              <a:extLst>
                <a:ext uri="{FF2B5EF4-FFF2-40B4-BE49-F238E27FC236}">
                  <a16:creationId xmlns:a16="http://schemas.microsoft.com/office/drawing/2014/main" id="{BA295409-107E-B471-505A-07387380013C}"/>
                </a:ext>
              </a:extLst>
            </p:cNvPr>
            <p:cNvSpPr/>
            <p:nvPr/>
          </p:nvSpPr>
          <p:spPr>
            <a:xfrm rot="14339270">
              <a:off x="5285405" y="4456369"/>
              <a:ext cx="36576" cy="173654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Top Corners Rounded 100">
              <a:extLst>
                <a:ext uri="{FF2B5EF4-FFF2-40B4-BE49-F238E27FC236}">
                  <a16:creationId xmlns:a16="http://schemas.microsoft.com/office/drawing/2014/main" id="{F575C01D-1B79-065C-C592-23847BADFE1D}"/>
                </a:ext>
              </a:extLst>
            </p:cNvPr>
            <p:cNvSpPr/>
            <p:nvPr/>
          </p:nvSpPr>
          <p:spPr>
            <a:xfrm>
              <a:off x="5400584" y="4207394"/>
              <a:ext cx="36576" cy="204418"/>
            </a:xfrm>
            <a:prstGeom prst="round2Same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75">
            <a:extLst>
              <a:ext uri="{FF2B5EF4-FFF2-40B4-BE49-F238E27FC236}">
                <a16:creationId xmlns:a16="http://schemas.microsoft.com/office/drawing/2014/main" id="{E6C8EC8A-2112-6A34-F8C5-690E636DAF07}"/>
              </a:ext>
            </a:extLst>
          </p:cNvPr>
          <p:cNvGrpSpPr/>
          <p:nvPr/>
        </p:nvGrpSpPr>
        <p:grpSpPr>
          <a:xfrm>
            <a:off x="-920540" y="5701445"/>
            <a:ext cx="828000" cy="828000"/>
            <a:chOff x="-828000" y="5845311"/>
            <a:chExt cx="828000" cy="828000"/>
          </a:xfrm>
        </p:grpSpPr>
        <p:sp>
          <p:nvSpPr>
            <p:cNvPr id="27" name="Oval 76">
              <a:extLst>
                <a:ext uri="{FF2B5EF4-FFF2-40B4-BE49-F238E27FC236}">
                  <a16:creationId xmlns:a16="http://schemas.microsoft.com/office/drawing/2014/main" id="{A4AE7F19-734B-F781-86C9-E4806B343648}"/>
                </a:ext>
              </a:extLst>
            </p:cNvPr>
            <p:cNvSpPr/>
            <p:nvPr/>
          </p:nvSpPr>
          <p:spPr>
            <a:xfrm>
              <a:off x="-828000" y="5845311"/>
              <a:ext cx="828000" cy="828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28" name="Picture 77">
              <a:extLst>
                <a:ext uri="{FF2B5EF4-FFF2-40B4-BE49-F238E27FC236}">
                  <a16:creationId xmlns:a16="http://schemas.microsoft.com/office/drawing/2014/main" id="{CA4EADA0-3FAB-EA7D-8EDD-CC63BE490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014" y="5965291"/>
              <a:ext cx="604381" cy="604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5867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558</Words>
  <Application>Microsoft Office PowerPoint</Application>
  <PresentationFormat>Widescreen</PresentationFormat>
  <Paragraphs>173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Algerian</vt:lpstr>
      <vt:lpstr>Amasis MT Pro Medium</vt:lpstr>
      <vt:lpstr>Arial</vt:lpstr>
      <vt:lpstr>Cambria</vt:lpstr>
      <vt:lpstr>Rockwell</vt:lpstr>
      <vt:lpstr>Times New Roman</vt:lpstr>
      <vt:lpstr>Trebuchet MS</vt:lpstr>
      <vt:lpstr>Tw Cen MT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 feutio</dc:creator>
  <cp:lastModifiedBy>fred feutio</cp:lastModifiedBy>
  <cp:revision>2</cp:revision>
  <dcterms:created xsi:type="dcterms:W3CDTF">2025-09-12T15:36:14Z</dcterms:created>
  <dcterms:modified xsi:type="dcterms:W3CDTF">2025-09-24T16:13:10Z</dcterms:modified>
</cp:coreProperties>
</file>